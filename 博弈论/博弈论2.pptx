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wmv" ContentType="video/x-ms-wm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6" r:id="rId3"/>
  </p:sldMasterIdLst>
  <p:notesMasterIdLst>
    <p:notesMasterId r:id="rId5"/>
  </p:notesMasterIdLst>
  <p:handoutMasterIdLst>
    <p:handoutMasterId r:id="rId38"/>
  </p:handoutMasterIdLst>
  <p:sldIdLst>
    <p:sldId id="285" r:id="rId4"/>
    <p:sldId id="299" r:id="rId6"/>
    <p:sldId id="322" r:id="rId7"/>
    <p:sldId id="292" r:id="rId8"/>
    <p:sldId id="319" r:id="rId9"/>
    <p:sldId id="293" r:id="rId10"/>
    <p:sldId id="323" r:id="rId11"/>
    <p:sldId id="324" r:id="rId12"/>
    <p:sldId id="325" r:id="rId13"/>
    <p:sldId id="326" r:id="rId14"/>
    <p:sldId id="294" r:id="rId15"/>
    <p:sldId id="327" r:id="rId16"/>
    <p:sldId id="328" r:id="rId17"/>
    <p:sldId id="329" r:id="rId18"/>
    <p:sldId id="339" r:id="rId19"/>
    <p:sldId id="381" r:id="rId20"/>
    <p:sldId id="382" r:id="rId21"/>
    <p:sldId id="383" r:id="rId22"/>
    <p:sldId id="384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85" r:id="rId33"/>
    <p:sldId id="340" r:id="rId34"/>
    <p:sldId id="290" r:id="rId35"/>
    <p:sldId id="291" r:id="rId36"/>
    <p:sldId id="296" r:id="rId37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87" userDrawn="1">
          <p15:clr>
            <a:srgbClr val="A4A3A4"/>
          </p15:clr>
        </p15:guide>
        <p15:guide id="4" pos="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howGuides="1">
      <p:cViewPr varScale="1">
        <p:scale>
          <a:sx n="73" d="100"/>
          <a:sy n="73" d="100"/>
        </p:scale>
        <p:origin x="618" y="60"/>
      </p:cViewPr>
      <p:guideLst>
        <p:guide orient="horz" pos="2160"/>
        <p:guide pos="3840"/>
        <p:guide orient="horz" pos="2587"/>
        <p:guide pos="3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tags" Target="tags/tag269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C0A1F-D402-4B08-8B51-204A6044E6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9DFF-13A1-4A26-A132-FC48BA47A4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D7020-BD6E-47FE-B170-1845774CD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GIF"/><Relationship Id="rId5" Type="http://schemas.openxmlformats.org/officeDocument/2006/relationships/image" Target="../media/image2.png"/><Relationship Id="rId4" Type="http://schemas.microsoft.com/office/2007/relationships/media" Target="../media/media1.wmv"/><Relationship Id="rId3" Type="http://schemas.openxmlformats.org/officeDocument/2006/relationships/video" Target="../media/media1.wmv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4151784" y="2590078"/>
            <a:ext cx="4816301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5800" y="2733709"/>
            <a:ext cx="4528656" cy="1373070"/>
          </a:xfrm>
        </p:spPr>
        <p:txBody>
          <a:bodyPr anchor="b">
            <a:noAutofit/>
          </a:bodyPr>
          <a:lstStyle>
            <a:lvl1pPr algn="r">
              <a:defRPr sz="400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95800" y="4394039"/>
            <a:ext cx="4528656" cy="1117687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latin typeface="华文彩云" panose="02010800040101010101" pitchFamily="2" charset="-122"/>
                <a:ea typeface="华文彩云" panose="020108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08691" y="6196856"/>
            <a:ext cx="2743200" cy="365125"/>
          </a:xfrm>
        </p:spPr>
        <p:txBody>
          <a:bodyPr/>
          <a:lstStyle>
            <a:lvl1pPr>
              <a:defRPr sz="1400">
                <a:latin typeface="Wide Latin" panose="020A0A07050505020404" pitchFamily="18" charset="0"/>
              </a:defRPr>
            </a:lvl1pPr>
          </a:lstStyle>
          <a:p>
            <a:fld id="{78ABE3C1-DBE1-495D-B57B-2849774B866A}" type="datetimeFigureOut">
              <a:rPr lang="en-US" smtClean="0"/>
            </a:fld>
            <a:endParaRPr lang="en-US" dirty="0"/>
          </a:p>
        </p:txBody>
      </p:sp>
      <p:sp>
        <p:nvSpPr>
          <p:cNvPr id="17" name="Arc 7"/>
          <p:cNvSpPr/>
          <p:nvPr userDrawn="1"/>
        </p:nvSpPr>
        <p:spPr>
          <a:xfrm>
            <a:off x="-5064224" y="548680"/>
            <a:ext cx="9144000" cy="6172200"/>
          </a:xfrm>
          <a:prstGeom prst="arc">
            <a:avLst>
              <a:gd name="adj1" fmla="val 16769945"/>
              <a:gd name="adj2" fmla="val 4842458"/>
            </a:avLst>
          </a:prstGeom>
          <a:noFill/>
          <a:ln w="25400">
            <a:solidFill>
              <a:schemeClr val="tx1">
                <a:alpha val="50196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8" name="Gears_720x720 (seamless loop)_v3.wmv">
            <a:hlinkClick r:id="" action="ppaction://media"/>
          </p:cNvPr>
          <p:cNvPicPr>
            <a:picLocks noChangeAspect="1"/>
          </p:cNvPicPr>
          <p:nvPr userDrawn="1"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-3139440" y="0"/>
            <a:ext cx="6858000" cy="6858000"/>
          </a:xfrm>
          <a:prstGeom prst="chord">
            <a:avLst>
              <a:gd name="adj1" fmla="val 15899861"/>
              <a:gd name="adj2" fmla="val 5700170"/>
            </a:avLst>
          </a:prstGeom>
          <a:effectLst>
            <a:outerShdw blurRad="254000" dist="38100" algn="l" rotWithShape="0">
              <a:schemeClr val="tx1">
                <a:alpha val="86000"/>
              </a:scheme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9" name="Arc 8"/>
          <p:cNvSpPr/>
          <p:nvPr userDrawn="1"/>
        </p:nvSpPr>
        <p:spPr>
          <a:xfrm>
            <a:off x="-5801139" y="45720"/>
            <a:ext cx="8686800" cy="6400800"/>
          </a:xfrm>
          <a:prstGeom prst="arc">
            <a:avLst>
              <a:gd name="adj1" fmla="val 16200000"/>
              <a:gd name="adj2" fmla="val 5392005"/>
            </a:avLst>
          </a:prstGeom>
          <a:noFill/>
          <a:ln w="57150">
            <a:gradFill flip="none" rotWithShape="1">
              <a:gsLst>
                <a:gs pos="0">
                  <a:schemeClr val="tx2">
                    <a:lumMod val="20000"/>
                    <a:lumOff val="80000"/>
                    <a:alpha val="30000"/>
                  </a:schemeClr>
                </a:gs>
                <a:gs pos="100000">
                  <a:schemeClr val="accent5">
                    <a:lumMod val="20000"/>
                    <a:lumOff val="80000"/>
                    <a:alpha val="10000"/>
                  </a:schemeClr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20536" y="5577880"/>
            <a:ext cx="1143000" cy="1143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pSp>
        <p:nvGrpSpPr>
          <p:cNvPr id="21" name="Group 174"/>
          <p:cNvGrpSpPr/>
          <p:nvPr userDrawn="1"/>
        </p:nvGrpSpPr>
        <p:grpSpPr>
          <a:xfrm>
            <a:off x="9255345" y="2689662"/>
            <a:ext cx="1521175" cy="1461163"/>
            <a:chOff x="3689350" y="2546350"/>
            <a:chExt cx="1765300" cy="1765300"/>
          </a:xfrm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</p:grpSpPr>
        <p:sp>
          <p:nvSpPr>
            <p:cNvPr id="22" name="Freeform 119"/>
            <p:cNvSpPr/>
            <p:nvPr/>
          </p:nvSpPr>
          <p:spPr bwMode="auto">
            <a:xfrm>
              <a:off x="3689350" y="2546350"/>
              <a:ext cx="1765300" cy="1765300"/>
            </a:xfrm>
            <a:custGeom>
              <a:avLst/>
              <a:gdLst/>
              <a:ahLst/>
              <a:cxnLst>
                <a:cxn ang="0">
                  <a:pos x="1112" y="584"/>
                </a:cxn>
                <a:cxn ang="0">
                  <a:pos x="1102" y="668"/>
                </a:cxn>
                <a:cxn ang="0">
                  <a:pos x="1078" y="748"/>
                </a:cxn>
                <a:cxn ang="0">
                  <a:pos x="1046" y="822"/>
                </a:cxn>
                <a:cxn ang="0">
                  <a:pos x="1002" y="890"/>
                </a:cxn>
                <a:cxn ang="0">
                  <a:pos x="950" y="950"/>
                </a:cxn>
                <a:cxn ang="0">
                  <a:pos x="890" y="1002"/>
                </a:cxn>
                <a:cxn ang="0">
                  <a:pos x="822" y="1046"/>
                </a:cxn>
                <a:cxn ang="0">
                  <a:pos x="748" y="1078"/>
                </a:cxn>
                <a:cxn ang="0">
                  <a:pos x="668" y="1102"/>
                </a:cxn>
                <a:cxn ang="0">
                  <a:pos x="584" y="1112"/>
                </a:cxn>
                <a:cxn ang="0">
                  <a:pos x="528" y="1112"/>
                </a:cxn>
                <a:cxn ang="0">
                  <a:pos x="444" y="1102"/>
                </a:cxn>
                <a:cxn ang="0">
                  <a:pos x="364" y="1078"/>
                </a:cxn>
                <a:cxn ang="0">
                  <a:pos x="290" y="1046"/>
                </a:cxn>
                <a:cxn ang="0">
                  <a:pos x="222" y="1002"/>
                </a:cxn>
                <a:cxn ang="0">
                  <a:pos x="162" y="950"/>
                </a:cxn>
                <a:cxn ang="0">
                  <a:pos x="110" y="890"/>
                </a:cxn>
                <a:cxn ang="0">
                  <a:pos x="66" y="822"/>
                </a:cxn>
                <a:cxn ang="0">
                  <a:pos x="34" y="748"/>
                </a:cxn>
                <a:cxn ang="0">
                  <a:pos x="10" y="668"/>
                </a:cxn>
                <a:cxn ang="0">
                  <a:pos x="0" y="584"/>
                </a:cxn>
                <a:cxn ang="0">
                  <a:pos x="0" y="528"/>
                </a:cxn>
                <a:cxn ang="0">
                  <a:pos x="10" y="444"/>
                </a:cxn>
                <a:cxn ang="0">
                  <a:pos x="34" y="364"/>
                </a:cxn>
                <a:cxn ang="0">
                  <a:pos x="66" y="290"/>
                </a:cxn>
                <a:cxn ang="0">
                  <a:pos x="110" y="222"/>
                </a:cxn>
                <a:cxn ang="0">
                  <a:pos x="162" y="162"/>
                </a:cxn>
                <a:cxn ang="0">
                  <a:pos x="222" y="110"/>
                </a:cxn>
                <a:cxn ang="0">
                  <a:pos x="290" y="66"/>
                </a:cxn>
                <a:cxn ang="0">
                  <a:pos x="364" y="34"/>
                </a:cxn>
                <a:cxn ang="0">
                  <a:pos x="444" y="10"/>
                </a:cxn>
                <a:cxn ang="0">
                  <a:pos x="528" y="0"/>
                </a:cxn>
                <a:cxn ang="0">
                  <a:pos x="584" y="0"/>
                </a:cxn>
                <a:cxn ang="0">
                  <a:pos x="668" y="10"/>
                </a:cxn>
                <a:cxn ang="0">
                  <a:pos x="748" y="34"/>
                </a:cxn>
                <a:cxn ang="0">
                  <a:pos x="822" y="66"/>
                </a:cxn>
                <a:cxn ang="0">
                  <a:pos x="890" y="110"/>
                </a:cxn>
                <a:cxn ang="0">
                  <a:pos x="950" y="162"/>
                </a:cxn>
                <a:cxn ang="0">
                  <a:pos x="1002" y="222"/>
                </a:cxn>
                <a:cxn ang="0">
                  <a:pos x="1046" y="290"/>
                </a:cxn>
                <a:cxn ang="0">
                  <a:pos x="1078" y="364"/>
                </a:cxn>
                <a:cxn ang="0">
                  <a:pos x="1102" y="444"/>
                </a:cxn>
                <a:cxn ang="0">
                  <a:pos x="1112" y="528"/>
                </a:cxn>
              </a:cxnLst>
              <a:rect l="0" t="0" r="r" b="b"/>
              <a:pathLst>
                <a:path w="1112" h="1112">
                  <a:moveTo>
                    <a:pt x="1112" y="556"/>
                  </a:moveTo>
                  <a:lnTo>
                    <a:pt x="1112" y="556"/>
                  </a:lnTo>
                  <a:lnTo>
                    <a:pt x="1112" y="584"/>
                  </a:lnTo>
                  <a:lnTo>
                    <a:pt x="1110" y="612"/>
                  </a:lnTo>
                  <a:lnTo>
                    <a:pt x="1106" y="640"/>
                  </a:lnTo>
                  <a:lnTo>
                    <a:pt x="1102" y="668"/>
                  </a:lnTo>
                  <a:lnTo>
                    <a:pt x="1096" y="696"/>
                  </a:lnTo>
                  <a:lnTo>
                    <a:pt x="1088" y="722"/>
                  </a:lnTo>
                  <a:lnTo>
                    <a:pt x="1078" y="748"/>
                  </a:lnTo>
                  <a:lnTo>
                    <a:pt x="1068" y="772"/>
                  </a:lnTo>
                  <a:lnTo>
                    <a:pt x="1058" y="798"/>
                  </a:lnTo>
                  <a:lnTo>
                    <a:pt x="1046" y="822"/>
                  </a:lnTo>
                  <a:lnTo>
                    <a:pt x="1032" y="844"/>
                  </a:lnTo>
                  <a:lnTo>
                    <a:pt x="1018" y="868"/>
                  </a:lnTo>
                  <a:lnTo>
                    <a:pt x="1002" y="890"/>
                  </a:lnTo>
                  <a:lnTo>
                    <a:pt x="986" y="910"/>
                  </a:lnTo>
                  <a:lnTo>
                    <a:pt x="968" y="930"/>
                  </a:lnTo>
                  <a:lnTo>
                    <a:pt x="950" y="950"/>
                  </a:lnTo>
                  <a:lnTo>
                    <a:pt x="930" y="968"/>
                  </a:lnTo>
                  <a:lnTo>
                    <a:pt x="910" y="986"/>
                  </a:lnTo>
                  <a:lnTo>
                    <a:pt x="890" y="1002"/>
                  </a:lnTo>
                  <a:lnTo>
                    <a:pt x="868" y="1018"/>
                  </a:lnTo>
                  <a:lnTo>
                    <a:pt x="844" y="1032"/>
                  </a:lnTo>
                  <a:lnTo>
                    <a:pt x="822" y="1046"/>
                  </a:lnTo>
                  <a:lnTo>
                    <a:pt x="798" y="1058"/>
                  </a:lnTo>
                  <a:lnTo>
                    <a:pt x="772" y="1068"/>
                  </a:lnTo>
                  <a:lnTo>
                    <a:pt x="748" y="1078"/>
                  </a:lnTo>
                  <a:lnTo>
                    <a:pt x="722" y="1088"/>
                  </a:lnTo>
                  <a:lnTo>
                    <a:pt x="696" y="1096"/>
                  </a:lnTo>
                  <a:lnTo>
                    <a:pt x="668" y="1102"/>
                  </a:lnTo>
                  <a:lnTo>
                    <a:pt x="640" y="1106"/>
                  </a:lnTo>
                  <a:lnTo>
                    <a:pt x="612" y="1110"/>
                  </a:lnTo>
                  <a:lnTo>
                    <a:pt x="584" y="1112"/>
                  </a:lnTo>
                  <a:lnTo>
                    <a:pt x="556" y="1112"/>
                  </a:lnTo>
                  <a:lnTo>
                    <a:pt x="556" y="1112"/>
                  </a:lnTo>
                  <a:lnTo>
                    <a:pt x="528" y="1112"/>
                  </a:lnTo>
                  <a:lnTo>
                    <a:pt x="500" y="1110"/>
                  </a:lnTo>
                  <a:lnTo>
                    <a:pt x="472" y="1106"/>
                  </a:lnTo>
                  <a:lnTo>
                    <a:pt x="444" y="1102"/>
                  </a:lnTo>
                  <a:lnTo>
                    <a:pt x="416" y="1096"/>
                  </a:lnTo>
                  <a:lnTo>
                    <a:pt x="390" y="1088"/>
                  </a:lnTo>
                  <a:lnTo>
                    <a:pt x="364" y="1078"/>
                  </a:lnTo>
                  <a:lnTo>
                    <a:pt x="340" y="1068"/>
                  </a:lnTo>
                  <a:lnTo>
                    <a:pt x="314" y="1058"/>
                  </a:lnTo>
                  <a:lnTo>
                    <a:pt x="290" y="1046"/>
                  </a:lnTo>
                  <a:lnTo>
                    <a:pt x="268" y="1032"/>
                  </a:lnTo>
                  <a:lnTo>
                    <a:pt x="244" y="1018"/>
                  </a:lnTo>
                  <a:lnTo>
                    <a:pt x="222" y="1002"/>
                  </a:lnTo>
                  <a:lnTo>
                    <a:pt x="202" y="986"/>
                  </a:lnTo>
                  <a:lnTo>
                    <a:pt x="182" y="968"/>
                  </a:lnTo>
                  <a:lnTo>
                    <a:pt x="162" y="950"/>
                  </a:lnTo>
                  <a:lnTo>
                    <a:pt x="144" y="930"/>
                  </a:lnTo>
                  <a:lnTo>
                    <a:pt x="126" y="910"/>
                  </a:lnTo>
                  <a:lnTo>
                    <a:pt x="110" y="890"/>
                  </a:lnTo>
                  <a:lnTo>
                    <a:pt x="94" y="868"/>
                  </a:lnTo>
                  <a:lnTo>
                    <a:pt x="80" y="844"/>
                  </a:lnTo>
                  <a:lnTo>
                    <a:pt x="66" y="822"/>
                  </a:lnTo>
                  <a:lnTo>
                    <a:pt x="54" y="798"/>
                  </a:lnTo>
                  <a:lnTo>
                    <a:pt x="44" y="772"/>
                  </a:lnTo>
                  <a:lnTo>
                    <a:pt x="34" y="748"/>
                  </a:lnTo>
                  <a:lnTo>
                    <a:pt x="24" y="722"/>
                  </a:lnTo>
                  <a:lnTo>
                    <a:pt x="16" y="696"/>
                  </a:lnTo>
                  <a:lnTo>
                    <a:pt x="10" y="668"/>
                  </a:lnTo>
                  <a:lnTo>
                    <a:pt x="6" y="640"/>
                  </a:lnTo>
                  <a:lnTo>
                    <a:pt x="2" y="612"/>
                  </a:lnTo>
                  <a:lnTo>
                    <a:pt x="0" y="584"/>
                  </a:lnTo>
                  <a:lnTo>
                    <a:pt x="0" y="556"/>
                  </a:lnTo>
                  <a:lnTo>
                    <a:pt x="0" y="556"/>
                  </a:lnTo>
                  <a:lnTo>
                    <a:pt x="0" y="528"/>
                  </a:lnTo>
                  <a:lnTo>
                    <a:pt x="2" y="500"/>
                  </a:lnTo>
                  <a:lnTo>
                    <a:pt x="6" y="472"/>
                  </a:lnTo>
                  <a:lnTo>
                    <a:pt x="10" y="444"/>
                  </a:lnTo>
                  <a:lnTo>
                    <a:pt x="16" y="416"/>
                  </a:lnTo>
                  <a:lnTo>
                    <a:pt x="24" y="390"/>
                  </a:lnTo>
                  <a:lnTo>
                    <a:pt x="34" y="364"/>
                  </a:lnTo>
                  <a:lnTo>
                    <a:pt x="44" y="340"/>
                  </a:lnTo>
                  <a:lnTo>
                    <a:pt x="54" y="314"/>
                  </a:lnTo>
                  <a:lnTo>
                    <a:pt x="66" y="290"/>
                  </a:lnTo>
                  <a:lnTo>
                    <a:pt x="80" y="268"/>
                  </a:lnTo>
                  <a:lnTo>
                    <a:pt x="94" y="244"/>
                  </a:lnTo>
                  <a:lnTo>
                    <a:pt x="110" y="222"/>
                  </a:lnTo>
                  <a:lnTo>
                    <a:pt x="126" y="202"/>
                  </a:lnTo>
                  <a:lnTo>
                    <a:pt x="144" y="182"/>
                  </a:lnTo>
                  <a:lnTo>
                    <a:pt x="162" y="162"/>
                  </a:lnTo>
                  <a:lnTo>
                    <a:pt x="182" y="144"/>
                  </a:lnTo>
                  <a:lnTo>
                    <a:pt x="202" y="126"/>
                  </a:lnTo>
                  <a:lnTo>
                    <a:pt x="222" y="110"/>
                  </a:lnTo>
                  <a:lnTo>
                    <a:pt x="244" y="94"/>
                  </a:lnTo>
                  <a:lnTo>
                    <a:pt x="268" y="80"/>
                  </a:lnTo>
                  <a:lnTo>
                    <a:pt x="290" y="66"/>
                  </a:lnTo>
                  <a:lnTo>
                    <a:pt x="314" y="54"/>
                  </a:lnTo>
                  <a:lnTo>
                    <a:pt x="340" y="44"/>
                  </a:lnTo>
                  <a:lnTo>
                    <a:pt x="364" y="34"/>
                  </a:lnTo>
                  <a:lnTo>
                    <a:pt x="390" y="24"/>
                  </a:lnTo>
                  <a:lnTo>
                    <a:pt x="416" y="16"/>
                  </a:lnTo>
                  <a:lnTo>
                    <a:pt x="444" y="10"/>
                  </a:lnTo>
                  <a:lnTo>
                    <a:pt x="472" y="6"/>
                  </a:lnTo>
                  <a:lnTo>
                    <a:pt x="500" y="2"/>
                  </a:lnTo>
                  <a:lnTo>
                    <a:pt x="528" y="0"/>
                  </a:lnTo>
                  <a:lnTo>
                    <a:pt x="556" y="0"/>
                  </a:lnTo>
                  <a:lnTo>
                    <a:pt x="556" y="0"/>
                  </a:lnTo>
                  <a:lnTo>
                    <a:pt x="584" y="0"/>
                  </a:lnTo>
                  <a:lnTo>
                    <a:pt x="612" y="2"/>
                  </a:lnTo>
                  <a:lnTo>
                    <a:pt x="640" y="6"/>
                  </a:lnTo>
                  <a:lnTo>
                    <a:pt x="668" y="10"/>
                  </a:lnTo>
                  <a:lnTo>
                    <a:pt x="696" y="16"/>
                  </a:lnTo>
                  <a:lnTo>
                    <a:pt x="722" y="24"/>
                  </a:lnTo>
                  <a:lnTo>
                    <a:pt x="748" y="34"/>
                  </a:lnTo>
                  <a:lnTo>
                    <a:pt x="772" y="44"/>
                  </a:lnTo>
                  <a:lnTo>
                    <a:pt x="798" y="54"/>
                  </a:lnTo>
                  <a:lnTo>
                    <a:pt x="822" y="66"/>
                  </a:lnTo>
                  <a:lnTo>
                    <a:pt x="844" y="80"/>
                  </a:lnTo>
                  <a:lnTo>
                    <a:pt x="868" y="94"/>
                  </a:lnTo>
                  <a:lnTo>
                    <a:pt x="890" y="110"/>
                  </a:lnTo>
                  <a:lnTo>
                    <a:pt x="910" y="126"/>
                  </a:lnTo>
                  <a:lnTo>
                    <a:pt x="930" y="144"/>
                  </a:lnTo>
                  <a:lnTo>
                    <a:pt x="950" y="162"/>
                  </a:lnTo>
                  <a:lnTo>
                    <a:pt x="968" y="182"/>
                  </a:lnTo>
                  <a:lnTo>
                    <a:pt x="986" y="202"/>
                  </a:lnTo>
                  <a:lnTo>
                    <a:pt x="1002" y="222"/>
                  </a:lnTo>
                  <a:lnTo>
                    <a:pt x="1018" y="244"/>
                  </a:lnTo>
                  <a:lnTo>
                    <a:pt x="1032" y="268"/>
                  </a:lnTo>
                  <a:lnTo>
                    <a:pt x="1046" y="290"/>
                  </a:lnTo>
                  <a:lnTo>
                    <a:pt x="1058" y="314"/>
                  </a:lnTo>
                  <a:lnTo>
                    <a:pt x="1068" y="340"/>
                  </a:lnTo>
                  <a:lnTo>
                    <a:pt x="1078" y="364"/>
                  </a:lnTo>
                  <a:lnTo>
                    <a:pt x="1088" y="390"/>
                  </a:lnTo>
                  <a:lnTo>
                    <a:pt x="1096" y="416"/>
                  </a:lnTo>
                  <a:lnTo>
                    <a:pt x="1102" y="444"/>
                  </a:lnTo>
                  <a:lnTo>
                    <a:pt x="1106" y="472"/>
                  </a:lnTo>
                  <a:lnTo>
                    <a:pt x="1110" y="500"/>
                  </a:lnTo>
                  <a:lnTo>
                    <a:pt x="1112" y="528"/>
                  </a:lnTo>
                  <a:lnTo>
                    <a:pt x="1112" y="556"/>
                  </a:lnTo>
                  <a:lnTo>
                    <a:pt x="1112" y="556"/>
                  </a:lnTo>
                  <a:close/>
                </a:path>
              </a:pathLst>
            </a:custGeom>
            <a:solidFill>
              <a:srgbClr val="E846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Freeform 120"/>
            <p:cNvSpPr/>
            <p:nvPr/>
          </p:nvSpPr>
          <p:spPr bwMode="auto">
            <a:xfrm>
              <a:off x="3759200" y="2616200"/>
              <a:ext cx="1625600" cy="1625600"/>
            </a:xfrm>
            <a:custGeom>
              <a:avLst/>
              <a:gdLst/>
              <a:ahLst/>
              <a:cxnLst>
                <a:cxn ang="0">
                  <a:pos x="1024" y="512"/>
                </a:cxn>
                <a:cxn ang="0">
                  <a:pos x="1020" y="564"/>
                </a:cxn>
                <a:cxn ang="0">
                  <a:pos x="1014" y="616"/>
                </a:cxn>
                <a:cxn ang="0">
                  <a:pos x="1000" y="664"/>
                </a:cxn>
                <a:cxn ang="0">
                  <a:pos x="984" y="712"/>
                </a:cxn>
                <a:cxn ang="0">
                  <a:pos x="962" y="756"/>
                </a:cxn>
                <a:cxn ang="0">
                  <a:pos x="906" y="838"/>
                </a:cxn>
                <a:cxn ang="0">
                  <a:pos x="838" y="906"/>
                </a:cxn>
                <a:cxn ang="0">
                  <a:pos x="756" y="962"/>
                </a:cxn>
                <a:cxn ang="0">
                  <a:pos x="712" y="984"/>
                </a:cxn>
                <a:cxn ang="0">
                  <a:pos x="664" y="1000"/>
                </a:cxn>
                <a:cxn ang="0">
                  <a:pos x="616" y="1014"/>
                </a:cxn>
                <a:cxn ang="0">
                  <a:pos x="564" y="1020"/>
                </a:cxn>
                <a:cxn ang="0">
                  <a:pos x="512" y="1024"/>
                </a:cxn>
                <a:cxn ang="0">
                  <a:pos x="486" y="1022"/>
                </a:cxn>
                <a:cxn ang="0">
                  <a:pos x="434" y="1018"/>
                </a:cxn>
                <a:cxn ang="0">
                  <a:pos x="384" y="1008"/>
                </a:cxn>
                <a:cxn ang="0">
                  <a:pos x="336" y="992"/>
                </a:cxn>
                <a:cxn ang="0">
                  <a:pos x="290" y="974"/>
                </a:cxn>
                <a:cxn ang="0">
                  <a:pos x="226" y="936"/>
                </a:cxn>
                <a:cxn ang="0">
                  <a:pos x="150" y="874"/>
                </a:cxn>
                <a:cxn ang="0">
                  <a:pos x="88" y="798"/>
                </a:cxn>
                <a:cxn ang="0">
                  <a:pos x="50" y="734"/>
                </a:cxn>
                <a:cxn ang="0">
                  <a:pos x="32" y="688"/>
                </a:cxn>
                <a:cxn ang="0">
                  <a:pos x="16" y="640"/>
                </a:cxn>
                <a:cxn ang="0">
                  <a:pos x="6" y="590"/>
                </a:cxn>
                <a:cxn ang="0">
                  <a:pos x="2" y="538"/>
                </a:cxn>
                <a:cxn ang="0">
                  <a:pos x="0" y="512"/>
                </a:cxn>
                <a:cxn ang="0">
                  <a:pos x="4" y="460"/>
                </a:cxn>
                <a:cxn ang="0">
                  <a:pos x="10" y="408"/>
                </a:cxn>
                <a:cxn ang="0">
                  <a:pos x="24" y="360"/>
                </a:cxn>
                <a:cxn ang="0">
                  <a:pos x="40" y="312"/>
                </a:cxn>
                <a:cxn ang="0">
                  <a:pos x="62" y="268"/>
                </a:cxn>
                <a:cxn ang="0">
                  <a:pos x="118" y="186"/>
                </a:cxn>
                <a:cxn ang="0">
                  <a:pos x="186" y="118"/>
                </a:cxn>
                <a:cxn ang="0">
                  <a:pos x="268" y="62"/>
                </a:cxn>
                <a:cxn ang="0">
                  <a:pos x="312" y="40"/>
                </a:cxn>
                <a:cxn ang="0">
                  <a:pos x="360" y="24"/>
                </a:cxn>
                <a:cxn ang="0">
                  <a:pos x="408" y="10"/>
                </a:cxn>
                <a:cxn ang="0">
                  <a:pos x="460" y="4"/>
                </a:cxn>
                <a:cxn ang="0">
                  <a:pos x="512" y="0"/>
                </a:cxn>
                <a:cxn ang="0">
                  <a:pos x="538" y="2"/>
                </a:cxn>
                <a:cxn ang="0">
                  <a:pos x="590" y="6"/>
                </a:cxn>
                <a:cxn ang="0">
                  <a:pos x="640" y="16"/>
                </a:cxn>
                <a:cxn ang="0">
                  <a:pos x="688" y="32"/>
                </a:cxn>
                <a:cxn ang="0">
                  <a:pos x="734" y="50"/>
                </a:cxn>
                <a:cxn ang="0">
                  <a:pos x="798" y="88"/>
                </a:cxn>
                <a:cxn ang="0">
                  <a:pos x="874" y="150"/>
                </a:cxn>
                <a:cxn ang="0">
                  <a:pos x="936" y="226"/>
                </a:cxn>
                <a:cxn ang="0">
                  <a:pos x="974" y="290"/>
                </a:cxn>
                <a:cxn ang="0">
                  <a:pos x="992" y="336"/>
                </a:cxn>
                <a:cxn ang="0">
                  <a:pos x="1008" y="384"/>
                </a:cxn>
                <a:cxn ang="0">
                  <a:pos x="1018" y="434"/>
                </a:cxn>
                <a:cxn ang="0">
                  <a:pos x="1022" y="486"/>
                </a:cxn>
                <a:cxn ang="0">
                  <a:pos x="1024" y="512"/>
                </a:cxn>
              </a:cxnLst>
              <a:rect l="0" t="0" r="r" b="b"/>
              <a:pathLst>
                <a:path w="1024" h="1024">
                  <a:moveTo>
                    <a:pt x="1024" y="512"/>
                  </a:moveTo>
                  <a:lnTo>
                    <a:pt x="1024" y="512"/>
                  </a:lnTo>
                  <a:lnTo>
                    <a:pt x="1022" y="538"/>
                  </a:lnTo>
                  <a:lnTo>
                    <a:pt x="1020" y="564"/>
                  </a:lnTo>
                  <a:lnTo>
                    <a:pt x="1018" y="590"/>
                  </a:lnTo>
                  <a:lnTo>
                    <a:pt x="1014" y="616"/>
                  </a:lnTo>
                  <a:lnTo>
                    <a:pt x="1008" y="640"/>
                  </a:lnTo>
                  <a:lnTo>
                    <a:pt x="1000" y="664"/>
                  </a:lnTo>
                  <a:lnTo>
                    <a:pt x="992" y="688"/>
                  </a:lnTo>
                  <a:lnTo>
                    <a:pt x="984" y="712"/>
                  </a:lnTo>
                  <a:lnTo>
                    <a:pt x="974" y="734"/>
                  </a:lnTo>
                  <a:lnTo>
                    <a:pt x="962" y="756"/>
                  </a:lnTo>
                  <a:lnTo>
                    <a:pt x="936" y="798"/>
                  </a:lnTo>
                  <a:lnTo>
                    <a:pt x="906" y="838"/>
                  </a:lnTo>
                  <a:lnTo>
                    <a:pt x="874" y="874"/>
                  </a:lnTo>
                  <a:lnTo>
                    <a:pt x="838" y="906"/>
                  </a:lnTo>
                  <a:lnTo>
                    <a:pt x="798" y="936"/>
                  </a:lnTo>
                  <a:lnTo>
                    <a:pt x="756" y="962"/>
                  </a:lnTo>
                  <a:lnTo>
                    <a:pt x="734" y="974"/>
                  </a:lnTo>
                  <a:lnTo>
                    <a:pt x="712" y="984"/>
                  </a:lnTo>
                  <a:lnTo>
                    <a:pt x="688" y="992"/>
                  </a:lnTo>
                  <a:lnTo>
                    <a:pt x="664" y="1000"/>
                  </a:lnTo>
                  <a:lnTo>
                    <a:pt x="640" y="1008"/>
                  </a:lnTo>
                  <a:lnTo>
                    <a:pt x="616" y="1014"/>
                  </a:lnTo>
                  <a:lnTo>
                    <a:pt x="590" y="1018"/>
                  </a:lnTo>
                  <a:lnTo>
                    <a:pt x="564" y="1020"/>
                  </a:lnTo>
                  <a:lnTo>
                    <a:pt x="538" y="1022"/>
                  </a:lnTo>
                  <a:lnTo>
                    <a:pt x="512" y="1024"/>
                  </a:lnTo>
                  <a:lnTo>
                    <a:pt x="512" y="1024"/>
                  </a:lnTo>
                  <a:lnTo>
                    <a:pt x="486" y="1022"/>
                  </a:lnTo>
                  <a:lnTo>
                    <a:pt x="460" y="1020"/>
                  </a:lnTo>
                  <a:lnTo>
                    <a:pt x="434" y="1018"/>
                  </a:lnTo>
                  <a:lnTo>
                    <a:pt x="408" y="1014"/>
                  </a:lnTo>
                  <a:lnTo>
                    <a:pt x="384" y="1008"/>
                  </a:lnTo>
                  <a:lnTo>
                    <a:pt x="360" y="1000"/>
                  </a:lnTo>
                  <a:lnTo>
                    <a:pt x="336" y="992"/>
                  </a:lnTo>
                  <a:lnTo>
                    <a:pt x="312" y="984"/>
                  </a:lnTo>
                  <a:lnTo>
                    <a:pt x="290" y="974"/>
                  </a:lnTo>
                  <a:lnTo>
                    <a:pt x="268" y="962"/>
                  </a:lnTo>
                  <a:lnTo>
                    <a:pt x="226" y="936"/>
                  </a:lnTo>
                  <a:lnTo>
                    <a:pt x="186" y="906"/>
                  </a:lnTo>
                  <a:lnTo>
                    <a:pt x="150" y="874"/>
                  </a:lnTo>
                  <a:lnTo>
                    <a:pt x="118" y="838"/>
                  </a:lnTo>
                  <a:lnTo>
                    <a:pt x="88" y="798"/>
                  </a:lnTo>
                  <a:lnTo>
                    <a:pt x="62" y="756"/>
                  </a:lnTo>
                  <a:lnTo>
                    <a:pt x="50" y="734"/>
                  </a:lnTo>
                  <a:lnTo>
                    <a:pt x="40" y="712"/>
                  </a:lnTo>
                  <a:lnTo>
                    <a:pt x="32" y="688"/>
                  </a:lnTo>
                  <a:lnTo>
                    <a:pt x="24" y="664"/>
                  </a:lnTo>
                  <a:lnTo>
                    <a:pt x="16" y="640"/>
                  </a:lnTo>
                  <a:lnTo>
                    <a:pt x="10" y="616"/>
                  </a:lnTo>
                  <a:lnTo>
                    <a:pt x="6" y="590"/>
                  </a:lnTo>
                  <a:lnTo>
                    <a:pt x="4" y="564"/>
                  </a:lnTo>
                  <a:lnTo>
                    <a:pt x="2" y="538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2" y="486"/>
                  </a:lnTo>
                  <a:lnTo>
                    <a:pt x="4" y="460"/>
                  </a:lnTo>
                  <a:lnTo>
                    <a:pt x="6" y="434"/>
                  </a:lnTo>
                  <a:lnTo>
                    <a:pt x="10" y="408"/>
                  </a:lnTo>
                  <a:lnTo>
                    <a:pt x="16" y="384"/>
                  </a:lnTo>
                  <a:lnTo>
                    <a:pt x="24" y="360"/>
                  </a:lnTo>
                  <a:lnTo>
                    <a:pt x="32" y="336"/>
                  </a:lnTo>
                  <a:lnTo>
                    <a:pt x="40" y="312"/>
                  </a:lnTo>
                  <a:lnTo>
                    <a:pt x="50" y="290"/>
                  </a:lnTo>
                  <a:lnTo>
                    <a:pt x="62" y="268"/>
                  </a:lnTo>
                  <a:lnTo>
                    <a:pt x="88" y="226"/>
                  </a:lnTo>
                  <a:lnTo>
                    <a:pt x="118" y="186"/>
                  </a:lnTo>
                  <a:lnTo>
                    <a:pt x="150" y="150"/>
                  </a:lnTo>
                  <a:lnTo>
                    <a:pt x="186" y="118"/>
                  </a:lnTo>
                  <a:lnTo>
                    <a:pt x="226" y="88"/>
                  </a:lnTo>
                  <a:lnTo>
                    <a:pt x="268" y="62"/>
                  </a:lnTo>
                  <a:lnTo>
                    <a:pt x="290" y="50"/>
                  </a:lnTo>
                  <a:lnTo>
                    <a:pt x="312" y="40"/>
                  </a:lnTo>
                  <a:lnTo>
                    <a:pt x="336" y="32"/>
                  </a:lnTo>
                  <a:lnTo>
                    <a:pt x="360" y="24"/>
                  </a:lnTo>
                  <a:lnTo>
                    <a:pt x="384" y="16"/>
                  </a:lnTo>
                  <a:lnTo>
                    <a:pt x="408" y="10"/>
                  </a:lnTo>
                  <a:lnTo>
                    <a:pt x="434" y="6"/>
                  </a:lnTo>
                  <a:lnTo>
                    <a:pt x="460" y="4"/>
                  </a:lnTo>
                  <a:lnTo>
                    <a:pt x="486" y="2"/>
                  </a:lnTo>
                  <a:lnTo>
                    <a:pt x="512" y="0"/>
                  </a:lnTo>
                  <a:lnTo>
                    <a:pt x="512" y="0"/>
                  </a:lnTo>
                  <a:lnTo>
                    <a:pt x="538" y="2"/>
                  </a:lnTo>
                  <a:lnTo>
                    <a:pt x="564" y="4"/>
                  </a:lnTo>
                  <a:lnTo>
                    <a:pt x="590" y="6"/>
                  </a:lnTo>
                  <a:lnTo>
                    <a:pt x="616" y="10"/>
                  </a:lnTo>
                  <a:lnTo>
                    <a:pt x="640" y="16"/>
                  </a:lnTo>
                  <a:lnTo>
                    <a:pt x="664" y="24"/>
                  </a:lnTo>
                  <a:lnTo>
                    <a:pt x="688" y="32"/>
                  </a:lnTo>
                  <a:lnTo>
                    <a:pt x="712" y="40"/>
                  </a:lnTo>
                  <a:lnTo>
                    <a:pt x="734" y="50"/>
                  </a:lnTo>
                  <a:lnTo>
                    <a:pt x="756" y="62"/>
                  </a:lnTo>
                  <a:lnTo>
                    <a:pt x="798" y="88"/>
                  </a:lnTo>
                  <a:lnTo>
                    <a:pt x="838" y="118"/>
                  </a:lnTo>
                  <a:lnTo>
                    <a:pt x="874" y="150"/>
                  </a:lnTo>
                  <a:lnTo>
                    <a:pt x="906" y="186"/>
                  </a:lnTo>
                  <a:lnTo>
                    <a:pt x="936" y="226"/>
                  </a:lnTo>
                  <a:lnTo>
                    <a:pt x="962" y="268"/>
                  </a:lnTo>
                  <a:lnTo>
                    <a:pt x="974" y="290"/>
                  </a:lnTo>
                  <a:lnTo>
                    <a:pt x="984" y="312"/>
                  </a:lnTo>
                  <a:lnTo>
                    <a:pt x="992" y="336"/>
                  </a:lnTo>
                  <a:lnTo>
                    <a:pt x="1000" y="360"/>
                  </a:lnTo>
                  <a:lnTo>
                    <a:pt x="1008" y="384"/>
                  </a:lnTo>
                  <a:lnTo>
                    <a:pt x="1014" y="408"/>
                  </a:lnTo>
                  <a:lnTo>
                    <a:pt x="1018" y="434"/>
                  </a:lnTo>
                  <a:lnTo>
                    <a:pt x="1020" y="460"/>
                  </a:lnTo>
                  <a:lnTo>
                    <a:pt x="1022" y="486"/>
                  </a:lnTo>
                  <a:lnTo>
                    <a:pt x="1024" y="512"/>
                  </a:lnTo>
                  <a:lnTo>
                    <a:pt x="1024" y="512"/>
                  </a:lnTo>
                  <a:close/>
                </a:path>
              </a:pathLst>
            </a:custGeom>
            <a:solidFill>
              <a:srgbClr val="FFDF4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Freeform 121"/>
            <p:cNvSpPr/>
            <p:nvPr/>
          </p:nvSpPr>
          <p:spPr bwMode="auto">
            <a:xfrm>
              <a:off x="3978275" y="2835275"/>
              <a:ext cx="1187450" cy="1187450"/>
            </a:xfrm>
            <a:custGeom>
              <a:avLst/>
              <a:gdLst/>
              <a:ahLst/>
              <a:cxnLst>
                <a:cxn ang="0">
                  <a:pos x="748" y="374"/>
                </a:cxn>
                <a:cxn ang="0">
                  <a:pos x="742" y="450"/>
                </a:cxn>
                <a:cxn ang="0">
                  <a:pos x="720" y="520"/>
                </a:cxn>
                <a:cxn ang="0">
                  <a:pos x="684" y="584"/>
                </a:cxn>
                <a:cxn ang="0">
                  <a:pos x="640" y="640"/>
                </a:cxn>
                <a:cxn ang="0">
                  <a:pos x="584" y="684"/>
                </a:cxn>
                <a:cxn ang="0">
                  <a:pos x="520" y="720"/>
                </a:cxn>
                <a:cxn ang="0">
                  <a:pos x="450" y="742"/>
                </a:cxn>
                <a:cxn ang="0">
                  <a:pos x="374" y="748"/>
                </a:cxn>
                <a:cxn ang="0">
                  <a:pos x="336" y="746"/>
                </a:cxn>
                <a:cxn ang="0">
                  <a:pos x="262" y="732"/>
                </a:cxn>
                <a:cxn ang="0">
                  <a:pos x="196" y="704"/>
                </a:cxn>
                <a:cxn ang="0">
                  <a:pos x="136" y="664"/>
                </a:cxn>
                <a:cxn ang="0">
                  <a:pos x="84" y="612"/>
                </a:cxn>
                <a:cxn ang="0">
                  <a:pos x="44" y="552"/>
                </a:cxn>
                <a:cxn ang="0">
                  <a:pos x="16" y="486"/>
                </a:cxn>
                <a:cxn ang="0">
                  <a:pos x="2" y="412"/>
                </a:cxn>
                <a:cxn ang="0">
                  <a:pos x="0" y="374"/>
                </a:cxn>
                <a:cxn ang="0">
                  <a:pos x="6" y="298"/>
                </a:cxn>
                <a:cxn ang="0">
                  <a:pos x="28" y="228"/>
                </a:cxn>
                <a:cxn ang="0">
                  <a:pos x="64" y="164"/>
                </a:cxn>
                <a:cxn ang="0">
                  <a:pos x="108" y="108"/>
                </a:cxn>
                <a:cxn ang="0">
                  <a:pos x="164" y="64"/>
                </a:cxn>
                <a:cxn ang="0">
                  <a:pos x="228" y="28"/>
                </a:cxn>
                <a:cxn ang="0">
                  <a:pos x="298" y="6"/>
                </a:cxn>
                <a:cxn ang="0">
                  <a:pos x="374" y="0"/>
                </a:cxn>
                <a:cxn ang="0">
                  <a:pos x="412" y="2"/>
                </a:cxn>
                <a:cxn ang="0">
                  <a:pos x="486" y="16"/>
                </a:cxn>
                <a:cxn ang="0">
                  <a:pos x="552" y="44"/>
                </a:cxn>
                <a:cxn ang="0">
                  <a:pos x="612" y="84"/>
                </a:cxn>
                <a:cxn ang="0">
                  <a:pos x="664" y="136"/>
                </a:cxn>
                <a:cxn ang="0">
                  <a:pos x="704" y="196"/>
                </a:cxn>
                <a:cxn ang="0">
                  <a:pos x="732" y="262"/>
                </a:cxn>
                <a:cxn ang="0">
                  <a:pos x="746" y="336"/>
                </a:cxn>
                <a:cxn ang="0">
                  <a:pos x="748" y="374"/>
                </a:cxn>
              </a:cxnLst>
              <a:rect l="0" t="0" r="r" b="b"/>
              <a:pathLst>
                <a:path w="748" h="748">
                  <a:moveTo>
                    <a:pt x="748" y="374"/>
                  </a:moveTo>
                  <a:lnTo>
                    <a:pt x="748" y="374"/>
                  </a:lnTo>
                  <a:lnTo>
                    <a:pt x="746" y="412"/>
                  </a:lnTo>
                  <a:lnTo>
                    <a:pt x="742" y="450"/>
                  </a:lnTo>
                  <a:lnTo>
                    <a:pt x="732" y="486"/>
                  </a:lnTo>
                  <a:lnTo>
                    <a:pt x="720" y="520"/>
                  </a:lnTo>
                  <a:lnTo>
                    <a:pt x="704" y="552"/>
                  </a:lnTo>
                  <a:lnTo>
                    <a:pt x="684" y="584"/>
                  </a:lnTo>
                  <a:lnTo>
                    <a:pt x="664" y="612"/>
                  </a:lnTo>
                  <a:lnTo>
                    <a:pt x="640" y="640"/>
                  </a:lnTo>
                  <a:lnTo>
                    <a:pt x="612" y="664"/>
                  </a:lnTo>
                  <a:lnTo>
                    <a:pt x="584" y="684"/>
                  </a:lnTo>
                  <a:lnTo>
                    <a:pt x="552" y="704"/>
                  </a:lnTo>
                  <a:lnTo>
                    <a:pt x="520" y="720"/>
                  </a:lnTo>
                  <a:lnTo>
                    <a:pt x="486" y="732"/>
                  </a:lnTo>
                  <a:lnTo>
                    <a:pt x="450" y="742"/>
                  </a:lnTo>
                  <a:lnTo>
                    <a:pt x="412" y="746"/>
                  </a:lnTo>
                  <a:lnTo>
                    <a:pt x="374" y="748"/>
                  </a:lnTo>
                  <a:lnTo>
                    <a:pt x="374" y="748"/>
                  </a:lnTo>
                  <a:lnTo>
                    <a:pt x="336" y="746"/>
                  </a:lnTo>
                  <a:lnTo>
                    <a:pt x="298" y="742"/>
                  </a:lnTo>
                  <a:lnTo>
                    <a:pt x="262" y="732"/>
                  </a:lnTo>
                  <a:lnTo>
                    <a:pt x="228" y="720"/>
                  </a:lnTo>
                  <a:lnTo>
                    <a:pt x="196" y="704"/>
                  </a:lnTo>
                  <a:lnTo>
                    <a:pt x="164" y="684"/>
                  </a:lnTo>
                  <a:lnTo>
                    <a:pt x="136" y="664"/>
                  </a:lnTo>
                  <a:lnTo>
                    <a:pt x="108" y="640"/>
                  </a:lnTo>
                  <a:lnTo>
                    <a:pt x="84" y="612"/>
                  </a:lnTo>
                  <a:lnTo>
                    <a:pt x="64" y="584"/>
                  </a:lnTo>
                  <a:lnTo>
                    <a:pt x="44" y="552"/>
                  </a:lnTo>
                  <a:lnTo>
                    <a:pt x="28" y="520"/>
                  </a:lnTo>
                  <a:lnTo>
                    <a:pt x="16" y="486"/>
                  </a:lnTo>
                  <a:lnTo>
                    <a:pt x="6" y="450"/>
                  </a:lnTo>
                  <a:lnTo>
                    <a:pt x="2" y="412"/>
                  </a:lnTo>
                  <a:lnTo>
                    <a:pt x="0" y="374"/>
                  </a:lnTo>
                  <a:lnTo>
                    <a:pt x="0" y="374"/>
                  </a:lnTo>
                  <a:lnTo>
                    <a:pt x="2" y="336"/>
                  </a:lnTo>
                  <a:lnTo>
                    <a:pt x="6" y="298"/>
                  </a:lnTo>
                  <a:lnTo>
                    <a:pt x="16" y="262"/>
                  </a:lnTo>
                  <a:lnTo>
                    <a:pt x="28" y="228"/>
                  </a:lnTo>
                  <a:lnTo>
                    <a:pt x="44" y="196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08"/>
                  </a:lnTo>
                  <a:lnTo>
                    <a:pt x="136" y="84"/>
                  </a:lnTo>
                  <a:lnTo>
                    <a:pt x="164" y="64"/>
                  </a:lnTo>
                  <a:lnTo>
                    <a:pt x="196" y="44"/>
                  </a:lnTo>
                  <a:lnTo>
                    <a:pt x="228" y="28"/>
                  </a:lnTo>
                  <a:lnTo>
                    <a:pt x="262" y="16"/>
                  </a:lnTo>
                  <a:lnTo>
                    <a:pt x="298" y="6"/>
                  </a:lnTo>
                  <a:lnTo>
                    <a:pt x="336" y="2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412" y="2"/>
                  </a:lnTo>
                  <a:lnTo>
                    <a:pt x="450" y="6"/>
                  </a:lnTo>
                  <a:lnTo>
                    <a:pt x="486" y="16"/>
                  </a:lnTo>
                  <a:lnTo>
                    <a:pt x="520" y="28"/>
                  </a:lnTo>
                  <a:lnTo>
                    <a:pt x="552" y="44"/>
                  </a:lnTo>
                  <a:lnTo>
                    <a:pt x="584" y="64"/>
                  </a:lnTo>
                  <a:lnTo>
                    <a:pt x="612" y="84"/>
                  </a:lnTo>
                  <a:lnTo>
                    <a:pt x="640" y="108"/>
                  </a:lnTo>
                  <a:lnTo>
                    <a:pt x="664" y="136"/>
                  </a:lnTo>
                  <a:lnTo>
                    <a:pt x="684" y="164"/>
                  </a:lnTo>
                  <a:lnTo>
                    <a:pt x="704" y="196"/>
                  </a:lnTo>
                  <a:lnTo>
                    <a:pt x="720" y="228"/>
                  </a:lnTo>
                  <a:lnTo>
                    <a:pt x="732" y="262"/>
                  </a:lnTo>
                  <a:lnTo>
                    <a:pt x="742" y="298"/>
                  </a:lnTo>
                  <a:lnTo>
                    <a:pt x="746" y="336"/>
                  </a:lnTo>
                  <a:lnTo>
                    <a:pt x="748" y="374"/>
                  </a:lnTo>
                  <a:lnTo>
                    <a:pt x="748" y="374"/>
                  </a:lnTo>
                  <a:close/>
                </a:path>
              </a:pathLst>
            </a:custGeom>
            <a:solidFill>
              <a:srgbClr val="F7AA0F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Freeform 122"/>
            <p:cNvSpPr/>
            <p:nvPr/>
          </p:nvSpPr>
          <p:spPr bwMode="auto">
            <a:xfrm>
              <a:off x="4191000" y="3048000"/>
              <a:ext cx="762000" cy="762000"/>
            </a:xfrm>
            <a:custGeom>
              <a:avLst/>
              <a:gdLst/>
              <a:ahLst/>
              <a:cxnLst>
                <a:cxn ang="0">
                  <a:pos x="480" y="240"/>
                </a:cxn>
                <a:cxn ang="0">
                  <a:pos x="476" y="288"/>
                </a:cxn>
                <a:cxn ang="0">
                  <a:pos x="462" y="334"/>
                </a:cxn>
                <a:cxn ang="0">
                  <a:pos x="440" y="374"/>
                </a:cxn>
                <a:cxn ang="0">
                  <a:pos x="410" y="410"/>
                </a:cxn>
                <a:cxn ang="0">
                  <a:pos x="374" y="440"/>
                </a:cxn>
                <a:cxn ang="0">
                  <a:pos x="334" y="462"/>
                </a:cxn>
                <a:cxn ang="0">
                  <a:pos x="288" y="476"/>
                </a:cxn>
                <a:cxn ang="0">
                  <a:pos x="240" y="480"/>
                </a:cxn>
                <a:cxn ang="0">
                  <a:pos x="216" y="480"/>
                </a:cxn>
                <a:cxn ang="0">
                  <a:pos x="168" y="470"/>
                </a:cxn>
                <a:cxn ang="0">
                  <a:pos x="126" y="452"/>
                </a:cxn>
                <a:cxn ang="0">
                  <a:pos x="86" y="426"/>
                </a:cxn>
                <a:cxn ang="0">
                  <a:pos x="54" y="394"/>
                </a:cxn>
                <a:cxn ang="0">
                  <a:pos x="28" y="354"/>
                </a:cxn>
                <a:cxn ang="0">
                  <a:pos x="10" y="312"/>
                </a:cxn>
                <a:cxn ang="0">
                  <a:pos x="0" y="264"/>
                </a:cxn>
                <a:cxn ang="0">
                  <a:pos x="0" y="240"/>
                </a:cxn>
                <a:cxn ang="0">
                  <a:pos x="4" y="192"/>
                </a:cxn>
                <a:cxn ang="0">
                  <a:pos x="18" y="146"/>
                </a:cxn>
                <a:cxn ang="0">
                  <a:pos x="40" y="106"/>
                </a:cxn>
                <a:cxn ang="0">
                  <a:pos x="70" y="70"/>
                </a:cxn>
                <a:cxn ang="0">
                  <a:pos x="106" y="40"/>
                </a:cxn>
                <a:cxn ang="0">
                  <a:pos x="146" y="18"/>
                </a:cxn>
                <a:cxn ang="0">
                  <a:pos x="192" y="4"/>
                </a:cxn>
                <a:cxn ang="0">
                  <a:pos x="240" y="0"/>
                </a:cxn>
                <a:cxn ang="0">
                  <a:pos x="264" y="0"/>
                </a:cxn>
                <a:cxn ang="0">
                  <a:pos x="312" y="10"/>
                </a:cxn>
                <a:cxn ang="0">
                  <a:pos x="354" y="28"/>
                </a:cxn>
                <a:cxn ang="0">
                  <a:pos x="394" y="54"/>
                </a:cxn>
                <a:cxn ang="0">
                  <a:pos x="426" y="86"/>
                </a:cxn>
                <a:cxn ang="0">
                  <a:pos x="452" y="126"/>
                </a:cxn>
                <a:cxn ang="0">
                  <a:pos x="470" y="168"/>
                </a:cxn>
                <a:cxn ang="0">
                  <a:pos x="480" y="216"/>
                </a:cxn>
                <a:cxn ang="0">
                  <a:pos x="480" y="240"/>
                </a:cxn>
              </a:cxnLst>
              <a:rect l="0" t="0" r="r" b="b"/>
              <a:pathLst>
                <a:path w="480" h="480">
                  <a:moveTo>
                    <a:pt x="480" y="240"/>
                  </a:moveTo>
                  <a:lnTo>
                    <a:pt x="480" y="240"/>
                  </a:lnTo>
                  <a:lnTo>
                    <a:pt x="480" y="264"/>
                  </a:lnTo>
                  <a:lnTo>
                    <a:pt x="476" y="288"/>
                  </a:lnTo>
                  <a:lnTo>
                    <a:pt x="470" y="312"/>
                  </a:lnTo>
                  <a:lnTo>
                    <a:pt x="462" y="334"/>
                  </a:lnTo>
                  <a:lnTo>
                    <a:pt x="452" y="354"/>
                  </a:lnTo>
                  <a:lnTo>
                    <a:pt x="440" y="374"/>
                  </a:lnTo>
                  <a:lnTo>
                    <a:pt x="426" y="394"/>
                  </a:lnTo>
                  <a:lnTo>
                    <a:pt x="410" y="410"/>
                  </a:lnTo>
                  <a:lnTo>
                    <a:pt x="394" y="426"/>
                  </a:lnTo>
                  <a:lnTo>
                    <a:pt x="374" y="440"/>
                  </a:lnTo>
                  <a:lnTo>
                    <a:pt x="354" y="452"/>
                  </a:lnTo>
                  <a:lnTo>
                    <a:pt x="334" y="462"/>
                  </a:lnTo>
                  <a:lnTo>
                    <a:pt x="312" y="470"/>
                  </a:lnTo>
                  <a:lnTo>
                    <a:pt x="288" y="476"/>
                  </a:lnTo>
                  <a:lnTo>
                    <a:pt x="264" y="480"/>
                  </a:lnTo>
                  <a:lnTo>
                    <a:pt x="240" y="480"/>
                  </a:lnTo>
                  <a:lnTo>
                    <a:pt x="240" y="480"/>
                  </a:lnTo>
                  <a:lnTo>
                    <a:pt x="216" y="480"/>
                  </a:lnTo>
                  <a:lnTo>
                    <a:pt x="192" y="476"/>
                  </a:lnTo>
                  <a:lnTo>
                    <a:pt x="168" y="470"/>
                  </a:lnTo>
                  <a:lnTo>
                    <a:pt x="146" y="462"/>
                  </a:lnTo>
                  <a:lnTo>
                    <a:pt x="126" y="452"/>
                  </a:lnTo>
                  <a:lnTo>
                    <a:pt x="106" y="440"/>
                  </a:lnTo>
                  <a:lnTo>
                    <a:pt x="86" y="426"/>
                  </a:lnTo>
                  <a:lnTo>
                    <a:pt x="70" y="410"/>
                  </a:lnTo>
                  <a:lnTo>
                    <a:pt x="54" y="394"/>
                  </a:lnTo>
                  <a:lnTo>
                    <a:pt x="40" y="374"/>
                  </a:lnTo>
                  <a:lnTo>
                    <a:pt x="28" y="354"/>
                  </a:lnTo>
                  <a:lnTo>
                    <a:pt x="18" y="334"/>
                  </a:lnTo>
                  <a:lnTo>
                    <a:pt x="10" y="312"/>
                  </a:lnTo>
                  <a:lnTo>
                    <a:pt x="4" y="288"/>
                  </a:lnTo>
                  <a:lnTo>
                    <a:pt x="0" y="264"/>
                  </a:lnTo>
                  <a:lnTo>
                    <a:pt x="0" y="240"/>
                  </a:lnTo>
                  <a:lnTo>
                    <a:pt x="0" y="240"/>
                  </a:lnTo>
                  <a:lnTo>
                    <a:pt x="0" y="216"/>
                  </a:lnTo>
                  <a:lnTo>
                    <a:pt x="4" y="192"/>
                  </a:lnTo>
                  <a:lnTo>
                    <a:pt x="10" y="168"/>
                  </a:lnTo>
                  <a:lnTo>
                    <a:pt x="18" y="146"/>
                  </a:lnTo>
                  <a:lnTo>
                    <a:pt x="28" y="126"/>
                  </a:lnTo>
                  <a:lnTo>
                    <a:pt x="40" y="106"/>
                  </a:lnTo>
                  <a:lnTo>
                    <a:pt x="54" y="86"/>
                  </a:lnTo>
                  <a:lnTo>
                    <a:pt x="70" y="70"/>
                  </a:lnTo>
                  <a:lnTo>
                    <a:pt x="86" y="54"/>
                  </a:lnTo>
                  <a:lnTo>
                    <a:pt x="106" y="40"/>
                  </a:lnTo>
                  <a:lnTo>
                    <a:pt x="126" y="28"/>
                  </a:lnTo>
                  <a:lnTo>
                    <a:pt x="146" y="18"/>
                  </a:lnTo>
                  <a:lnTo>
                    <a:pt x="168" y="10"/>
                  </a:lnTo>
                  <a:lnTo>
                    <a:pt x="192" y="4"/>
                  </a:lnTo>
                  <a:lnTo>
                    <a:pt x="216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64" y="0"/>
                  </a:lnTo>
                  <a:lnTo>
                    <a:pt x="288" y="4"/>
                  </a:lnTo>
                  <a:lnTo>
                    <a:pt x="312" y="10"/>
                  </a:lnTo>
                  <a:lnTo>
                    <a:pt x="334" y="18"/>
                  </a:lnTo>
                  <a:lnTo>
                    <a:pt x="354" y="28"/>
                  </a:lnTo>
                  <a:lnTo>
                    <a:pt x="374" y="40"/>
                  </a:lnTo>
                  <a:lnTo>
                    <a:pt x="394" y="54"/>
                  </a:lnTo>
                  <a:lnTo>
                    <a:pt x="410" y="70"/>
                  </a:lnTo>
                  <a:lnTo>
                    <a:pt x="426" y="86"/>
                  </a:lnTo>
                  <a:lnTo>
                    <a:pt x="440" y="106"/>
                  </a:lnTo>
                  <a:lnTo>
                    <a:pt x="452" y="126"/>
                  </a:lnTo>
                  <a:lnTo>
                    <a:pt x="462" y="146"/>
                  </a:lnTo>
                  <a:lnTo>
                    <a:pt x="470" y="168"/>
                  </a:lnTo>
                  <a:lnTo>
                    <a:pt x="476" y="192"/>
                  </a:lnTo>
                  <a:lnTo>
                    <a:pt x="480" y="216"/>
                  </a:lnTo>
                  <a:lnTo>
                    <a:pt x="480" y="240"/>
                  </a:lnTo>
                  <a:lnTo>
                    <a:pt x="480" y="240"/>
                  </a:lnTo>
                  <a:close/>
                </a:path>
              </a:pathLst>
            </a:custGeom>
            <a:solidFill>
              <a:srgbClr val="E846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Freeform 123"/>
            <p:cNvSpPr/>
            <p:nvPr/>
          </p:nvSpPr>
          <p:spPr bwMode="auto">
            <a:xfrm>
              <a:off x="4511675" y="2549525"/>
              <a:ext cx="120650" cy="815975"/>
            </a:xfrm>
            <a:custGeom>
              <a:avLst/>
              <a:gdLst/>
              <a:ahLst/>
              <a:cxnLst>
                <a:cxn ang="0">
                  <a:pos x="28" y="26"/>
                </a:cxn>
                <a:cxn ang="0">
                  <a:pos x="24" y="48"/>
                </a:cxn>
                <a:cxn ang="0">
                  <a:pos x="20" y="102"/>
                </a:cxn>
                <a:cxn ang="0">
                  <a:pos x="20" y="102"/>
                </a:cxn>
                <a:cxn ang="0">
                  <a:pos x="20" y="138"/>
                </a:cxn>
                <a:cxn ang="0">
                  <a:pos x="4" y="204"/>
                </a:cxn>
                <a:cxn ang="0">
                  <a:pos x="2" y="218"/>
                </a:cxn>
                <a:cxn ang="0">
                  <a:pos x="2" y="258"/>
                </a:cxn>
                <a:cxn ang="0">
                  <a:pos x="12" y="304"/>
                </a:cxn>
                <a:cxn ang="0">
                  <a:pos x="18" y="328"/>
                </a:cxn>
                <a:cxn ang="0">
                  <a:pos x="20" y="368"/>
                </a:cxn>
                <a:cxn ang="0">
                  <a:pos x="10" y="416"/>
                </a:cxn>
                <a:cxn ang="0">
                  <a:pos x="8" y="432"/>
                </a:cxn>
                <a:cxn ang="0">
                  <a:pos x="8" y="472"/>
                </a:cxn>
                <a:cxn ang="0">
                  <a:pos x="12" y="504"/>
                </a:cxn>
                <a:cxn ang="0">
                  <a:pos x="22" y="514"/>
                </a:cxn>
                <a:cxn ang="0">
                  <a:pos x="64" y="504"/>
                </a:cxn>
                <a:cxn ang="0">
                  <a:pos x="64" y="496"/>
                </a:cxn>
                <a:cxn ang="0">
                  <a:pos x="68" y="446"/>
                </a:cxn>
                <a:cxn ang="0">
                  <a:pos x="66" y="416"/>
                </a:cxn>
                <a:cxn ang="0">
                  <a:pos x="60" y="392"/>
                </a:cxn>
                <a:cxn ang="0">
                  <a:pos x="56" y="348"/>
                </a:cxn>
                <a:cxn ang="0">
                  <a:pos x="64" y="304"/>
                </a:cxn>
                <a:cxn ang="0">
                  <a:pos x="70" y="282"/>
                </a:cxn>
                <a:cxn ang="0">
                  <a:pos x="76" y="232"/>
                </a:cxn>
                <a:cxn ang="0">
                  <a:pos x="72" y="204"/>
                </a:cxn>
                <a:cxn ang="0">
                  <a:pos x="64" y="172"/>
                </a:cxn>
                <a:cxn ang="0">
                  <a:pos x="56" y="138"/>
                </a:cxn>
                <a:cxn ang="0">
                  <a:pos x="56" y="102"/>
                </a:cxn>
                <a:cxn ang="0">
                  <a:pos x="56" y="7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76" h="514">
                  <a:moveTo>
                    <a:pt x="28" y="26"/>
                  </a:moveTo>
                  <a:lnTo>
                    <a:pt x="28" y="26"/>
                  </a:lnTo>
                  <a:lnTo>
                    <a:pt x="26" y="34"/>
                  </a:lnTo>
                  <a:lnTo>
                    <a:pt x="24" y="48"/>
                  </a:lnTo>
                  <a:lnTo>
                    <a:pt x="20" y="72"/>
                  </a:lnTo>
                  <a:lnTo>
                    <a:pt x="20" y="102"/>
                  </a:lnTo>
                  <a:lnTo>
                    <a:pt x="20" y="102"/>
                  </a:lnTo>
                  <a:lnTo>
                    <a:pt x="20" y="102"/>
                  </a:lnTo>
                  <a:lnTo>
                    <a:pt x="22" y="120"/>
                  </a:lnTo>
                  <a:lnTo>
                    <a:pt x="20" y="138"/>
                  </a:lnTo>
                  <a:lnTo>
                    <a:pt x="12" y="172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2" y="218"/>
                  </a:lnTo>
                  <a:lnTo>
                    <a:pt x="0" y="232"/>
                  </a:lnTo>
                  <a:lnTo>
                    <a:pt x="2" y="258"/>
                  </a:lnTo>
                  <a:lnTo>
                    <a:pt x="6" y="282"/>
                  </a:lnTo>
                  <a:lnTo>
                    <a:pt x="12" y="304"/>
                  </a:lnTo>
                  <a:lnTo>
                    <a:pt x="18" y="328"/>
                  </a:lnTo>
                  <a:lnTo>
                    <a:pt x="18" y="328"/>
                  </a:lnTo>
                  <a:lnTo>
                    <a:pt x="20" y="348"/>
                  </a:lnTo>
                  <a:lnTo>
                    <a:pt x="20" y="368"/>
                  </a:lnTo>
                  <a:lnTo>
                    <a:pt x="16" y="392"/>
                  </a:lnTo>
                  <a:lnTo>
                    <a:pt x="10" y="416"/>
                  </a:lnTo>
                  <a:lnTo>
                    <a:pt x="10" y="416"/>
                  </a:lnTo>
                  <a:lnTo>
                    <a:pt x="8" y="432"/>
                  </a:lnTo>
                  <a:lnTo>
                    <a:pt x="8" y="446"/>
                  </a:lnTo>
                  <a:lnTo>
                    <a:pt x="8" y="472"/>
                  </a:lnTo>
                  <a:lnTo>
                    <a:pt x="10" y="494"/>
                  </a:lnTo>
                  <a:lnTo>
                    <a:pt x="12" y="504"/>
                  </a:lnTo>
                  <a:lnTo>
                    <a:pt x="14" y="514"/>
                  </a:lnTo>
                  <a:lnTo>
                    <a:pt x="22" y="514"/>
                  </a:lnTo>
                  <a:lnTo>
                    <a:pt x="62" y="514"/>
                  </a:lnTo>
                  <a:lnTo>
                    <a:pt x="64" y="504"/>
                  </a:lnTo>
                  <a:lnTo>
                    <a:pt x="64" y="504"/>
                  </a:lnTo>
                  <a:lnTo>
                    <a:pt x="64" y="496"/>
                  </a:lnTo>
                  <a:lnTo>
                    <a:pt x="68" y="474"/>
                  </a:lnTo>
                  <a:lnTo>
                    <a:pt x="68" y="446"/>
                  </a:lnTo>
                  <a:lnTo>
                    <a:pt x="68" y="432"/>
                  </a:lnTo>
                  <a:lnTo>
                    <a:pt x="66" y="416"/>
                  </a:lnTo>
                  <a:lnTo>
                    <a:pt x="66" y="416"/>
                  </a:lnTo>
                  <a:lnTo>
                    <a:pt x="60" y="392"/>
                  </a:lnTo>
                  <a:lnTo>
                    <a:pt x="56" y="368"/>
                  </a:lnTo>
                  <a:lnTo>
                    <a:pt x="56" y="348"/>
                  </a:lnTo>
                  <a:lnTo>
                    <a:pt x="58" y="328"/>
                  </a:lnTo>
                  <a:lnTo>
                    <a:pt x="64" y="304"/>
                  </a:lnTo>
                  <a:lnTo>
                    <a:pt x="64" y="304"/>
                  </a:lnTo>
                  <a:lnTo>
                    <a:pt x="70" y="282"/>
                  </a:lnTo>
                  <a:lnTo>
                    <a:pt x="74" y="258"/>
                  </a:lnTo>
                  <a:lnTo>
                    <a:pt x="76" y="232"/>
                  </a:lnTo>
                  <a:lnTo>
                    <a:pt x="74" y="218"/>
                  </a:lnTo>
                  <a:lnTo>
                    <a:pt x="72" y="204"/>
                  </a:lnTo>
                  <a:lnTo>
                    <a:pt x="72" y="204"/>
                  </a:lnTo>
                  <a:lnTo>
                    <a:pt x="64" y="172"/>
                  </a:lnTo>
                  <a:lnTo>
                    <a:pt x="64" y="172"/>
                  </a:lnTo>
                  <a:lnTo>
                    <a:pt x="56" y="138"/>
                  </a:lnTo>
                  <a:lnTo>
                    <a:pt x="54" y="120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6" y="72"/>
                  </a:lnTo>
                  <a:lnTo>
                    <a:pt x="52" y="48"/>
                  </a:lnTo>
                  <a:lnTo>
                    <a:pt x="50" y="34"/>
                  </a:lnTo>
                  <a:lnTo>
                    <a:pt x="48" y="26"/>
                  </a:lnTo>
                  <a:lnTo>
                    <a:pt x="38" y="0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Freeform 124"/>
            <p:cNvSpPr/>
            <p:nvPr/>
          </p:nvSpPr>
          <p:spPr bwMode="auto">
            <a:xfrm>
              <a:off x="4527550" y="2600325"/>
              <a:ext cx="88900" cy="746125"/>
            </a:xfrm>
            <a:custGeom>
              <a:avLst/>
              <a:gdLst/>
              <a:ahLst/>
              <a:cxnLst>
                <a:cxn ang="0">
                  <a:pos x="44" y="470"/>
                </a:cxn>
                <a:cxn ang="0">
                  <a:pos x="44" y="470"/>
                </a:cxn>
                <a:cxn ang="0">
                  <a:pos x="44" y="462"/>
                </a:cxn>
                <a:cxn ang="0">
                  <a:pos x="48" y="442"/>
                </a:cxn>
                <a:cxn ang="0">
                  <a:pos x="48" y="416"/>
                </a:cxn>
                <a:cxn ang="0">
                  <a:pos x="48" y="402"/>
                </a:cxn>
                <a:cxn ang="0">
                  <a:pos x="46" y="388"/>
                </a:cxn>
                <a:cxn ang="0">
                  <a:pos x="46" y="388"/>
                </a:cxn>
                <a:cxn ang="0">
                  <a:pos x="40" y="362"/>
                </a:cxn>
                <a:cxn ang="0">
                  <a:pos x="36" y="338"/>
                </a:cxn>
                <a:cxn ang="0">
                  <a:pos x="36" y="316"/>
                </a:cxn>
                <a:cxn ang="0">
                  <a:pos x="38" y="292"/>
                </a:cxn>
                <a:cxn ang="0">
                  <a:pos x="38" y="292"/>
                </a:cxn>
                <a:cxn ang="0">
                  <a:pos x="46" y="268"/>
                </a:cxn>
                <a:cxn ang="0">
                  <a:pos x="52" y="238"/>
                </a:cxn>
                <a:cxn ang="0">
                  <a:pos x="54" y="224"/>
                </a:cxn>
                <a:cxn ang="0">
                  <a:pos x="56" y="208"/>
                </a:cxn>
                <a:cxn ang="0">
                  <a:pos x="56" y="192"/>
                </a:cxn>
                <a:cxn ang="0">
                  <a:pos x="52" y="174"/>
                </a:cxn>
                <a:cxn ang="0">
                  <a:pos x="52" y="174"/>
                </a:cxn>
                <a:cxn ang="0">
                  <a:pos x="38" y="120"/>
                </a:cxn>
                <a:cxn ang="0">
                  <a:pos x="36" y="96"/>
                </a:cxn>
                <a:cxn ang="0">
                  <a:pos x="36" y="68"/>
                </a:cxn>
                <a:cxn ang="0">
                  <a:pos x="36" y="68"/>
                </a:cxn>
                <a:cxn ang="0">
                  <a:pos x="36" y="40"/>
                </a:cxn>
                <a:cxn ang="0">
                  <a:pos x="32" y="18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4" y="18"/>
                </a:cxn>
                <a:cxn ang="0">
                  <a:pos x="20" y="40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20" y="96"/>
                </a:cxn>
                <a:cxn ang="0">
                  <a:pos x="18" y="120"/>
                </a:cxn>
                <a:cxn ang="0">
                  <a:pos x="4" y="174"/>
                </a:cxn>
                <a:cxn ang="0">
                  <a:pos x="4" y="174"/>
                </a:cxn>
                <a:cxn ang="0">
                  <a:pos x="0" y="192"/>
                </a:cxn>
                <a:cxn ang="0">
                  <a:pos x="0" y="208"/>
                </a:cxn>
                <a:cxn ang="0">
                  <a:pos x="2" y="224"/>
                </a:cxn>
                <a:cxn ang="0">
                  <a:pos x="4" y="238"/>
                </a:cxn>
                <a:cxn ang="0">
                  <a:pos x="10" y="268"/>
                </a:cxn>
                <a:cxn ang="0">
                  <a:pos x="18" y="292"/>
                </a:cxn>
                <a:cxn ang="0">
                  <a:pos x="18" y="292"/>
                </a:cxn>
                <a:cxn ang="0">
                  <a:pos x="20" y="316"/>
                </a:cxn>
                <a:cxn ang="0">
                  <a:pos x="20" y="338"/>
                </a:cxn>
                <a:cxn ang="0">
                  <a:pos x="16" y="362"/>
                </a:cxn>
                <a:cxn ang="0">
                  <a:pos x="10" y="388"/>
                </a:cxn>
                <a:cxn ang="0">
                  <a:pos x="10" y="388"/>
                </a:cxn>
                <a:cxn ang="0">
                  <a:pos x="8" y="402"/>
                </a:cxn>
                <a:cxn ang="0">
                  <a:pos x="8" y="416"/>
                </a:cxn>
                <a:cxn ang="0">
                  <a:pos x="8" y="442"/>
                </a:cxn>
                <a:cxn ang="0">
                  <a:pos x="12" y="462"/>
                </a:cxn>
                <a:cxn ang="0">
                  <a:pos x="12" y="470"/>
                </a:cxn>
                <a:cxn ang="0">
                  <a:pos x="44" y="470"/>
                </a:cxn>
              </a:cxnLst>
              <a:rect l="0" t="0" r="r" b="b"/>
              <a:pathLst>
                <a:path w="56" h="470">
                  <a:moveTo>
                    <a:pt x="44" y="470"/>
                  </a:moveTo>
                  <a:lnTo>
                    <a:pt x="44" y="470"/>
                  </a:lnTo>
                  <a:lnTo>
                    <a:pt x="44" y="462"/>
                  </a:lnTo>
                  <a:lnTo>
                    <a:pt x="48" y="442"/>
                  </a:lnTo>
                  <a:lnTo>
                    <a:pt x="48" y="416"/>
                  </a:lnTo>
                  <a:lnTo>
                    <a:pt x="48" y="402"/>
                  </a:lnTo>
                  <a:lnTo>
                    <a:pt x="46" y="388"/>
                  </a:lnTo>
                  <a:lnTo>
                    <a:pt x="46" y="388"/>
                  </a:lnTo>
                  <a:lnTo>
                    <a:pt x="40" y="362"/>
                  </a:lnTo>
                  <a:lnTo>
                    <a:pt x="36" y="338"/>
                  </a:lnTo>
                  <a:lnTo>
                    <a:pt x="36" y="316"/>
                  </a:lnTo>
                  <a:lnTo>
                    <a:pt x="38" y="292"/>
                  </a:lnTo>
                  <a:lnTo>
                    <a:pt x="38" y="292"/>
                  </a:lnTo>
                  <a:lnTo>
                    <a:pt x="46" y="268"/>
                  </a:lnTo>
                  <a:lnTo>
                    <a:pt x="52" y="238"/>
                  </a:lnTo>
                  <a:lnTo>
                    <a:pt x="54" y="224"/>
                  </a:lnTo>
                  <a:lnTo>
                    <a:pt x="56" y="208"/>
                  </a:lnTo>
                  <a:lnTo>
                    <a:pt x="56" y="192"/>
                  </a:lnTo>
                  <a:lnTo>
                    <a:pt x="52" y="174"/>
                  </a:lnTo>
                  <a:lnTo>
                    <a:pt x="52" y="174"/>
                  </a:lnTo>
                  <a:lnTo>
                    <a:pt x="38" y="120"/>
                  </a:lnTo>
                  <a:lnTo>
                    <a:pt x="36" y="96"/>
                  </a:lnTo>
                  <a:lnTo>
                    <a:pt x="36" y="68"/>
                  </a:lnTo>
                  <a:lnTo>
                    <a:pt x="36" y="68"/>
                  </a:lnTo>
                  <a:lnTo>
                    <a:pt x="36" y="40"/>
                  </a:lnTo>
                  <a:lnTo>
                    <a:pt x="32" y="18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18"/>
                  </a:lnTo>
                  <a:lnTo>
                    <a:pt x="20" y="40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0" y="96"/>
                  </a:lnTo>
                  <a:lnTo>
                    <a:pt x="18" y="120"/>
                  </a:lnTo>
                  <a:lnTo>
                    <a:pt x="4" y="174"/>
                  </a:lnTo>
                  <a:lnTo>
                    <a:pt x="4" y="174"/>
                  </a:lnTo>
                  <a:lnTo>
                    <a:pt x="0" y="192"/>
                  </a:lnTo>
                  <a:lnTo>
                    <a:pt x="0" y="208"/>
                  </a:lnTo>
                  <a:lnTo>
                    <a:pt x="2" y="224"/>
                  </a:lnTo>
                  <a:lnTo>
                    <a:pt x="4" y="238"/>
                  </a:lnTo>
                  <a:lnTo>
                    <a:pt x="10" y="268"/>
                  </a:lnTo>
                  <a:lnTo>
                    <a:pt x="18" y="292"/>
                  </a:lnTo>
                  <a:lnTo>
                    <a:pt x="18" y="292"/>
                  </a:lnTo>
                  <a:lnTo>
                    <a:pt x="20" y="316"/>
                  </a:lnTo>
                  <a:lnTo>
                    <a:pt x="20" y="338"/>
                  </a:lnTo>
                  <a:lnTo>
                    <a:pt x="16" y="362"/>
                  </a:lnTo>
                  <a:lnTo>
                    <a:pt x="10" y="388"/>
                  </a:lnTo>
                  <a:lnTo>
                    <a:pt x="10" y="388"/>
                  </a:lnTo>
                  <a:lnTo>
                    <a:pt x="8" y="402"/>
                  </a:lnTo>
                  <a:lnTo>
                    <a:pt x="8" y="416"/>
                  </a:lnTo>
                  <a:lnTo>
                    <a:pt x="8" y="442"/>
                  </a:lnTo>
                  <a:lnTo>
                    <a:pt x="12" y="462"/>
                  </a:lnTo>
                  <a:lnTo>
                    <a:pt x="12" y="470"/>
                  </a:lnTo>
                  <a:lnTo>
                    <a:pt x="44" y="47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Freeform 125"/>
            <p:cNvSpPr/>
            <p:nvPr/>
          </p:nvSpPr>
          <p:spPr bwMode="auto">
            <a:xfrm>
              <a:off x="4556125" y="2841625"/>
              <a:ext cx="31750" cy="168275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0" y="52"/>
                </a:cxn>
                <a:cxn ang="0">
                  <a:pos x="0" y="70"/>
                </a:cxn>
                <a:cxn ang="0">
                  <a:pos x="2" y="84"/>
                </a:cxn>
                <a:cxn ang="0">
                  <a:pos x="6" y="96"/>
                </a:cxn>
                <a:cxn ang="0">
                  <a:pos x="10" y="106"/>
                </a:cxn>
                <a:cxn ang="0">
                  <a:pos x="10" y="106"/>
                </a:cxn>
                <a:cxn ang="0">
                  <a:pos x="14" y="96"/>
                </a:cxn>
                <a:cxn ang="0">
                  <a:pos x="18" y="84"/>
                </a:cxn>
                <a:cxn ang="0">
                  <a:pos x="20" y="70"/>
                </a:cxn>
                <a:cxn ang="0">
                  <a:pos x="20" y="52"/>
                </a:cxn>
                <a:cxn ang="0">
                  <a:pos x="20" y="52"/>
                </a:cxn>
                <a:cxn ang="0">
                  <a:pos x="20" y="36"/>
                </a:cxn>
                <a:cxn ang="0">
                  <a:pos x="18" y="22"/>
                </a:cxn>
                <a:cxn ang="0">
                  <a:pos x="14" y="8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8"/>
                </a:cxn>
                <a:cxn ang="0">
                  <a:pos x="2" y="22"/>
                </a:cxn>
                <a:cxn ang="0">
                  <a:pos x="0" y="36"/>
                </a:cxn>
                <a:cxn ang="0">
                  <a:pos x="0" y="52"/>
                </a:cxn>
                <a:cxn ang="0">
                  <a:pos x="0" y="52"/>
                </a:cxn>
              </a:cxnLst>
              <a:rect l="0" t="0" r="r" b="b"/>
              <a:pathLst>
                <a:path w="20" h="106">
                  <a:moveTo>
                    <a:pt x="0" y="52"/>
                  </a:moveTo>
                  <a:lnTo>
                    <a:pt x="0" y="52"/>
                  </a:lnTo>
                  <a:lnTo>
                    <a:pt x="0" y="70"/>
                  </a:lnTo>
                  <a:lnTo>
                    <a:pt x="2" y="84"/>
                  </a:lnTo>
                  <a:lnTo>
                    <a:pt x="6" y="96"/>
                  </a:lnTo>
                  <a:lnTo>
                    <a:pt x="10" y="106"/>
                  </a:lnTo>
                  <a:lnTo>
                    <a:pt x="10" y="106"/>
                  </a:lnTo>
                  <a:lnTo>
                    <a:pt x="14" y="96"/>
                  </a:lnTo>
                  <a:lnTo>
                    <a:pt x="18" y="84"/>
                  </a:lnTo>
                  <a:lnTo>
                    <a:pt x="20" y="70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36"/>
                  </a:lnTo>
                  <a:lnTo>
                    <a:pt x="18" y="22"/>
                  </a:lnTo>
                  <a:lnTo>
                    <a:pt x="14" y="8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8"/>
                  </a:lnTo>
                  <a:lnTo>
                    <a:pt x="2" y="22"/>
                  </a:lnTo>
                  <a:lnTo>
                    <a:pt x="0" y="36"/>
                  </a:ln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Freeform 126"/>
            <p:cNvSpPr/>
            <p:nvPr/>
          </p:nvSpPr>
          <p:spPr bwMode="auto">
            <a:xfrm>
              <a:off x="4591050" y="2806700"/>
              <a:ext cx="603250" cy="603250"/>
            </a:xfrm>
            <a:custGeom>
              <a:avLst/>
              <a:gdLst/>
              <a:ahLst/>
              <a:cxnLst>
                <a:cxn ang="0">
                  <a:pos x="354" y="12"/>
                </a:cxn>
                <a:cxn ang="0">
                  <a:pos x="334" y="24"/>
                </a:cxn>
                <a:cxn ang="0">
                  <a:pos x="296" y="60"/>
                </a:cxn>
                <a:cxn ang="0">
                  <a:pos x="296" y="60"/>
                </a:cxn>
                <a:cxn ang="0">
                  <a:pos x="270" y="84"/>
                </a:cxn>
                <a:cxn ang="0">
                  <a:pos x="212" y="120"/>
                </a:cxn>
                <a:cxn ang="0">
                  <a:pos x="200" y="128"/>
                </a:cxn>
                <a:cxn ang="0">
                  <a:pos x="172" y="156"/>
                </a:cxn>
                <a:cxn ang="0">
                  <a:pos x="146" y="196"/>
                </a:cxn>
                <a:cxn ang="0">
                  <a:pos x="134" y="216"/>
                </a:cxn>
                <a:cxn ang="0">
                  <a:pos x="106" y="248"/>
                </a:cxn>
                <a:cxn ang="0">
                  <a:pos x="66" y="276"/>
                </a:cxn>
                <a:cxn ang="0">
                  <a:pos x="54" y="284"/>
                </a:cxn>
                <a:cxn ang="0">
                  <a:pos x="24" y="314"/>
                </a:cxn>
                <a:cxn ang="0">
                  <a:pos x="6" y="338"/>
                </a:cxn>
                <a:cxn ang="0">
                  <a:pos x="6" y="352"/>
                </a:cxn>
                <a:cxn ang="0">
                  <a:pos x="40" y="374"/>
                </a:cxn>
                <a:cxn ang="0">
                  <a:pos x="48" y="370"/>
                </a:cxn>
                <a:cxn ang="0">
                  <a:pos x="86" y="338"/>
                </a:cxn>
                <a:cxn ang="0">
                  <a:pos x="104" y="314"/>
                </a:cxn>
                <a:cxn ang="0">
                  <a:pos x="118" y="292"/>
                </a:cxn>
                <a:cxn ang="0">
                  <a:pos x="146" y="260"/>
                </a:cxn>
                <a:cxn ang="0">
                  <a:pos x="184" y="234"/>
                </a:cxn>
                <a:cxn ang="0">
                  <a:pos x="204" y="222"/>
                </a:cxn>
                <a:cxn ang="0">
                  <a:pos x="244" y="190"/>
                </a:cxn>
                <a:cxn ang="0">
                  <a:pos x="260" y="168"/>
                </a:cxn>
                <a:cxn ang="0">
                  <a:pos x="276" y="140"/>
                </a:cxn>
                <a:cxn ang="0">
                  <a:pos x="306" y="98"/>
                </a:cxn>
                <a:cxn ang="0">
                  <a:pos x="320" y="84"/>
                </a:cxn>
                <a:cxn ang="0">
                  <a:pos x="356" y="46"/>
                </a:cxn>
                <a:cxn ang="0">
                  <a:pos x="368" y="26"/>
                </a:cxn>
                <a:cxn ang="0">
                  <a:pos x="354" y="12"/>
                </a:cxn>
              </a:cxnLst>
              <a:rect l="0" t="0" r="r" b="b"/>
              <a:pathLst>
                <a:path w="380" h="380">
                  <a:moveTo>
                    <a:pt x="354" y="12"/>
                  </a:moveTo>
                  <a:lnTo>
                    <a:pt x="354" y="12"/>
                  </a:lnTo>
                  <a:lnTo>
                    <a:pt x="348" y="16"/>
                  </a:lnTo>
                  <a:lnTo>
                    <a:pt x="334" y="24"/>
                  </a:lnTo>
                  <a:lnTo>
                    <a:pt x="316" y="38"/>
                  </a:lnTo>
                  <a:lnTo>
                    <a:pt x="296" y="60"/>
                  </a:lnTo>
                  <a:lnTo>
                    <a:pt x="296" y="60"/>
                  </a:lnTo>
                  <a:lnTo>
                    <a:pt x="296" y="60"/>
                  </a:lnTo>
                  <a:lnTo>
                    <a:pt x="282" y="74"/>
                  </a:lnTo>
                  <a:lnTo>
                    <a:pt x="270" y="84"/>
                  </a:lnTo>
                  <a:lnTo>
                    <a:pt x="240" y="104"/>
                  </a:lnTo>
                  <a:lnTo>
                    <a:pt x="212" y="120"/>
                  </a:lnTo>
                  <a:lnTo>
                    <a:pt x="212" y="120"/>
                  </a:lnTo>
                  <a:lnTo>
                    <a:pt x="200" y="128"/>
                  </a:lnTo>
                  <a:lnTo>
                    <a:pt x="190" y="138"/>
                  </a:lnTo>
                  <a:lnTo>
                    <a:pt x="172" y="156"/>
                  </a:lnTo>
                  <a:lnTo>
                    <a:pt x="158" y="176"/>
                  </a:lnTo>
                  <a:lnTo>
                    <a:pt x="146" y="196"/>
                  </a:lnTo>
                  <a:lnTo>
                    <a:pt x="134" y="216"/>
                  </a:lnTo>
                  <a:lnTo>
                    <a:pt x="134" y="216"/>
                  </a:lnTo>
                  <a:lnTo>
                    <a:pt x="120" y="234"/>
                  </a:lnTo>
                  <a:lnTo>
                    <a:pt x="106" y="248"/>
                  </a:lnTo>
                  <a:lnTo>
                    <a:pt x="88" y="262"/>
                  </a:lnTo>
                  <a:lnTo>
                    <a:pt x="66" y="276"/>
                  </a:lnTo>
                  <a:lnTo>
                    <a:pt x="66" y="276"/>
                  </a:lnTo>
                  <a:lnTo>
                    <a:pt x="54" y="284"/>
                  </a:lnTo>
                  <a:lnTo>
                    <a:pt x="44" y="294"/>
                  </a:lnTo>
                  <a:lnTo>
                    <a:pt x="24" y="314"/>
                  </a:lnTo>
                  <a:lnTo>
                    <a:pt x="12" y="330"/>
                  </a:lnTo>
                  <a:lnTo>
                    <a:pt x="6" y="338"/>
                  </a:lnTo>
                  <a:lnTo>
                    <a:pt x="0" y="346"/>
                  </a:lnTo>
                  <a:lnTo>
                    <a:pt x="6" y="352"/>
                  </a:lnTo>
                  <a:lnTo>
                    <a:pt x="34" y="380"/>
                  </a:lnTo>
                  <a:lnTo>
                    <a:pt x="40" y="374"/>
                  </a:lnTo>
                  <a:lnTo>
                    <a:pt x="40" y="374"/>
                  </a:lnTo>
                  <a:lnTo>
                    <a:pt x="48" y="370"/>
                  </a:lnTo>
                  <a:lnTo>
                    <a:pt x="66" y="356"/>
                  </a:lnTo>
                  <a:lnTo>
                    <a:pt x="86" y="338"/>
                  </a:lnTo>
                  <a:lnTo>
                    <a:pt x="96" y="326"/>
                  </a:lnTo>
                  <a:lnTo>
                    <a:pt x="104" y="314"/>
                  </a:lnTo>
                  <a:lnTo>
                    <a:pt x="104" y="314"/>
                  </a:lnTo>
                  <a:lnTo>
                    <a:pt x="118" y="292"/>
                  </a:lnTo>
                  <a:lnTo>
                    <a:pt x="132" y="274"/>
                  </a:lnTo>
                  <a:lnTo>
                    <a:pt x="146" y="260"/>
                  </a:lnTo>
                  <a:lnTo>
                    <a:pt x="164" y="246"/>
                  </a:lnTo>
                  <a:lnTo>
                    <a:pt x="184" y="234"/>
                  </a:lnTo>
                  <a:lnTo>
                    <a:pt x="184" y="234"/>
                  </a:lnTo>
                  <a:lnTo>
                    <a:pt x="204" y="222"/>
                  </a:lnTo>
                  <a:lnTo>
                    <a:pt x="224" y="208"/>
                  </a:lnTo>
                  <a:lnTo>
                    <a:pt x="244" y="190"/>
                  </a:lnTo>
                  <a:lnTo>
                    <a:pt x="252" y="180"/>
                  </a:lnTo>
                  <a:lnTo>
                    <a:pt x="260" y="168"/>
                  </a:lnTo>
                  <a:lnTo>
                    <a:pt x="276" y="140"/>
                  </a:lnTo>
                  <a:lnTo>
                    <a:pt x="276" y="140"/>
                  </a:lnTo>
                  <a:lnTo>
                    <a:pt x="296" y="110"/>
                  </a:lnTo>
                  <a:lnTo>
                    <a:pt x="306" y="98"/>
                  </a:lnTo>
                  <a:lnTo>
                    <a:pt x="320" y="84"/>
                  </a:lnTo>
                  <a:lnTo>
                    <a:pt x="320" y="84"/>
                  </a:lnTo>
                  <a:lnTo>
                    <a:pt x="342" y="64"/>
                  </a:lnTo>
                  <a:lnTo>
                    <a:pt x="356" y="46"/>
                  </a:lnTo>
                  <a:lnTo>
                    <a:pt x="364" y="32"/>
                  </a:lnTo>
                  <a:lnTo>
                    <a:pt x="368" y="26"/>
                  </a:lnTo>
                  <a:lnTo>
                    <a:pt x="380" y="0"/>
                  </a:lnTo>
                  <a:lnTo>
                    <a:pt x="354" y="1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Freeform 127"/>
            <p:cNvSpPr/>
            <p:nvPr/>
          </p:nvSpPr>
          <p:spPr bwMode="auto">
            <a:xfrm>
              <a:off x="4613275" y="2841625"/>
              <a:ext cx="546100" cy="546100"/>
            </a:xfrm>
            <a:custGeom>
              <a:avLst/>
              <a:gdLst/>
              <a:ahLst/>
              <a:cxnLst>
                <a:cxn ang="0">
                  <a:pos x="22" y="344"/>
                </a:cxn>
                <a:cxn ang="0">
                  <a:pos x="22" y="344"/>
                </a:cxn>
                <a:cxn ang="0">
                  <a:pos x="28" y="340"/>
                </a:cxn>
                <a:cxn ang="0">
                  <a:pos x="44" y="328"/>
                </a:cxn>
                <a:cxn ang="0">
                  <a:pos x="64" y="310"/>
                </a:cxn>
                <a:cxn ang="0">
                  <a:pos x="72" y="298"/>
                </a:cxn>
                <a:cxn ang="0">
                  <a:pos x="82" y="288"/>
                </a:cxn>
                <a:cxn ang="0">
                  <a:pos x="82" y="288"/>
                </a:cxn>
                <a:cxn ang="0">
                  <a:pos x="96" y="266"/>
                </a:cxn>
                <a:cxn ang="0">
                  <a:pos x="110" y="246"/>
                </a:cxn>
                <a:cxn ang="0">
                  <a:pos x="126" y="230"/>
                </a:cxn>
                <a:cxn ang="0">
                  <a:pos x="144" y="216"/>
                </a:cxn>
                <a:cxn ang="0">
                  <a:pos x="144" y="216"/>
                </a:cxn>
                <a:cxn ang="0">
                  <a:pos x="166" y="202"/>
                </a:cxn>
                <a:cxn ang="0">
                  <a:pos x="192" y="186"/>
                </a:cxn>
                <a:cxn ang="0">
                  <a:pos x="204" y="178"/>
                </a:cxn>
                <a:cxn ang="0">
                  <a:pos x="216" y="168"/>
                </a:cxn>
                <a:cxn ang="0">
                  <a:pos x="228" y="156"/>
                </a:cxn>
                <a:cxn ang="0">
                  <a:pos x="238" y="142"/>
                </a:cxn>
                <a:cxn ang="0">
                  <a:pos x="238" y="142"/>
                </a:cxn>
                <a:cxn ang="0">
                  <a:pos x="266" y="94"/>
                </a:cxn>
                <a:cxn ang="0">
                  <a:pos x="280" y="74"/>
                </a:cxn>
                <a:cxn ang="0">
                  <a:pos x="300" y="54"/>
                </a:cxn>
                <a:cxn ang="0">
                  <a:pos x="300" y="54"/>
                </a:cxn>
                <a:cxn ang="0">
                  <a:pos x="320" y="34"/>
                </a:cxn>
                <a:cxn ang="0">
                  <a:pos x="334" y="18"/>
                </a:cxn>
                <a:cxn ang="0">
                  <a:pos x="344" y="0"/>
                </a:cxn>
                <a:cxn ang="0">
                  <a:pos x="344" y="0"/>
                </a:cxn>
                <a:cxn ang="0">
                  <a:pos x="344" y="0"/>
                </a:cxn>
                <a:cxn ang="0">
                  <a:pos x="326" y="10"/>
                </a:cxn>
                <a:cxn ang="0">
                  <a:pos x="310" y="24"/>
                </a:cxn>
                <a:cxn ang="0">
                  <a:pos x="290" y="44"/>
                </a:cxn>
                <a:cxn ang="0">
                  <a:pos x="290" y="44"/>
                </a:cxn>
                <a:cxn ang="0">
                  <a:pos x="270" y="64"/>
                </a:cxn>
                <a:cxn ang="0">
                  <a:pos x="250" y="78"/>
                </a:cxn>
                <a:cxn ang="0">
                  <a:pos x="202" y="108"/>
                </a:cxn>
                <a:cxn ang="0">
                  <a:pos x="202" y="108"/>
                </a:cxn>
                <a:cxn ang="0">
                  <a:pos x="188" y="116"/>
                </a:cxn>
                <a:cxn ang="0">
                  <a:pos x="176" y="128"/>
                </a:cxn>
                <a:cxn ang="0">
                  <a:pos x="166" y="140"/>
                </a:cxn>
                <a:cxn ang="0">
                  <a:pos x="158" y="152"/>
                </a:cxn>
                <a:cxn ang="0">
                  <a:pos x="142" y="178"/>
                </a:cxn>
                <a:cxn ang="0">
                  <a:pos x="128" y="200"/>
                </a:cxn>
                <a:cxn ang="0">
                  <a:pos x="128" y="200"/>
                </a:cxn>
                <a:cxn ang="0">
                  <a:pos x="114" y="218"/>
                </a:cxn>
                <a:cxn ang="0">
                  <a:pos x="98" y="234"/>
                </a:cxn>
                <a:cxn ang="0">
                  <a:pos x="78" y="248"/>
                </a:cxn>
                <a:cxn ang="0">
                  <a:pos x="56" y="262"/>
                </a:cxn>
                <a:cxn ang="0">
                  <a:pos x="56" y="262"/>
                </a:cxn>
                <a:cxn ang="0">
                  <a:pos x="46" y="272"/>
                </a:cxn>
                <a:cxn ang="0">
                  <a:pos x="34" y="280"/>
                </a:cxn>
                <a:cxn ang="0">
                  <a:pos x="16" y="300"/>
                </a:cxn>
                <a:cxn ang="0">
                  <a:pos x="4" y="316"/>
                </a:cxn>
                <a:cxn ang="0">
                  <a:pos x="0" y="322"/>
                </a:cxn>
                <a:cxn ang="0">
                  <a:pos x="22" y="344"/>
                </a:cxn>
              </a:cxnLst>
              <a:rect l="0" t="0" r="r" b="b"/>
              <a:pathLst>
                <a:path w="344" h="344">
                  <a:moveTo>
                    <a:pt x="22" y="344"/>
                  </a:moveTo>
                  <a:lnTo>
                    <a:pt x="22" y="344"/>
                  </a:lnTo>
                  <a:lnTo>
                    <a:pt x="28" y="340"/>
                  </a:lnTo>
                  <a:lnTo>
                    <a:pt x="44" y="328"/>
                  </a:lnTo>
                  <a:lnTo>
                    <a:pt x="64" y="310"/>
                  </a:lnTo>
                  <a:lnTo>
                    <a:pt x="72" y="298"/>
                  </a:lnTo>
                  <a:lnTo>
                    <a:pt x="82" y="288"/>
                  </a:lnTo>
                  <a:lnTo>
                    <a:pt x="82" y="288"/>
                  </a:lnTo>
                  <a:lnTo>
                    <a:pt x="96" y="266"/>
                  </a:lnTo>
                  <a:lnTo>
                    <a:pt x="110" y="246"/>
                  </a:lnTo>
                  <a:lnTo>
                    <a:pt x="126" y="230"/>
                  </a:lnTo>
                  <a:lnTo>
                    <a:pt x="144" y="216"/>
                  </a:lnTo>
                  <a:lnTo>
                    <a:pt x="144" y="216"/>
                  </a:lnTo>
                  <a:lnTo>
                    <a:pt x="166" y="202"/>
                  </a:lnTo>
                  <a:lnTo>
                    <a:pt x="192" y="186"/>
                  </a:lnTo>
                  <a:lnTo>
                    <a:pt x="204" y="178"/>
                  </a:lnTo>
                  <a:lnTo>
                    <a:pt x="216" y="168"/>
                  </a:lnTo>
                  <a:lnTo>
                    <a:pt x="228" y="156"/>
                  </a:lnTo>
                  <a:lnTo>
                    <a:pt x="238" y="142"/>
                  </a:lnTo>
                  <a:lnTo>
                    <a:pt x="238" y="142"/>
                  </a:lnTo>
                  <a:lnTo>
                    <a:pt x="266" y="94"/>
                  </a:lnTo>
                  <a:lnTo>
                    <a:pt x="280" y="74"/>
                  </a:lnTo>
                  <a:lnTo>
                    <a:pt x="300" y="54"/>
                  </a:lnTo>
                  <a:lnTo>
                    <a:pt x="300" y="54"/>
                  </a:lnTo>
                  <a:lnTo>
                    <a:pt x="320" y="34"/>
                  </a:lnTo>
                  <a:lnTo>
                    <a:pt x="334" y="18"/>
                  </a:lnTo>
                  <a:lnTo>
                    <a:pt x="344" y="0"/>
                  </a:lnTo>
                  <a:lnTo>
                    <a:pt x="344" y="0"/>
                  </a:lnTo>
                  <a:lnTo>
                    <a:pt x="344" y="0"/>
                  </a:lnTo>
                  <a:lnTo>
                    <a:pt x="326" y="10"/>
                  </a:lnTo>
                  <a:lnTo>
                    <a:pt x="310" y="24"/>
                  </a:lnTo>
                  <a:lnTo>
                    <a:pt x="290" y="44"/>
                  </a:lnTo>
                  <a:lnTo>
                    <a:pt x="290" y="44"/>
                  </a:lnTo>
                  <a:lnTo>
                    <a:pt x="270" y="64"/>
                  </a:lnTo>
                  <a:lnTo>
                    <a:pt x="250" y="7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188" y="116"/>
                  </a:lnTo>
                  <a:lnTo>
                    <a:pt x="176" y="128"/>
                  </a:lnTo>
                  <a:lnTo>
                    <a:pt x="166" y="140"/>
                  </a:lnTo>
                  <a:lnTo>
                    <a:pt x="158" y="152"/>
                  </a:lnTo>
                  <a:lnTo>
                    <a:pt x="142" y="178"/>
                  </a:lnTo>
                  <a:lnTo>
                    <a:pt x="128" y="200"/>
                  </a:lnTo>
                  <a:lnTo>
                    <a:pt x="128" y="200"/>
                  </a:lnTo>
                  <a:lnTo>
                    <a:pt x="114" y="218"/>
                  </a:lnTo>
                  <a:lnTo>
                    <a:pt x="98" y="234"/>
                  </a:lnTo>
                  <a:lnTo>
                    <a:pt x="78" y="248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46" y="272"/>
                  </a:lnTo>
                  <a:lnTo>
                    <a:pt x="34" y="280"/>
                  </a:lnTo>
                  <a:lnTo>
                    <a:pt x="16" y="300"/>
                  </a:lnTo>
                  <a:lnTo>
                    <a:pt x="4" y="316"/>
                  </a:lnTo>
                  <a:lnTo>
                    <a:pt x="0" y="322"/>
                  </a:lnTo>
                  <a:lnTo>
                    <a:pt x="22" y="34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Freeform 128"/>
            <p:cNvSpPr/>
            <p:nvPr/>
          </p:nvSpPr>
          <p:spPr bwMode="auto">
            <a:xfrm>
              <a:off x="4867275" y="3013075"/>
              <a:ext cx="120650" cy="120650"/>
            </a:xfrm>
            <a:custGeom>
              <a:avLst/>
              <a:gdLst/>
              <a:ahLst/>
              <a:cxnLst>
                <a:cxn ang="0">
                  <a:pos x="30" y="30"/>
                </a:cxn>
                <a:cxn ang="0">
                  <a:pos x="30" y="30"/>
                </a:cxn>
                <a:cxn ang="0">
                  <a:pos x="20" y="42"/>
                </a:cxn>
                <a:cxn ang="0">
                  <a:pos x="10" y="54"/>
                </a:cxn>
                <a:cxn ang="0">
                  <a:pos x="4" y="66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0" y="72"/>
                </a:cxn>
                <a:cxn ang="0">
                  <a:pos x="22" y="66"/>
                </a:cxn>
                <a:cxn ang="0">
                  <a:pos x="34" y="56"/>
                </a:cxn>
                <a:cxn ang="0">
                  <a:pos x="46" y="46"/>
                </a:cxn>
                <a:cxn ang="0">
                  <a:pos x="46" y="46"/>
                </a:cxn>
                <a:cxn ang="0">
                  <a:pos x="58" y="34"/>
                </a:cxn>
                <a:cxn ang="0">
                  <a:pos x="66" y="22"/>
                </a:cxn>
                <a:cxn ang="0">
                  <a:pos x="72" y="1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66" y="4"/>
                </a:cxn>
                <a:cxn ang="0">
                  <a:pos x="54" y="10"/>
                </a:cxn>
                <a:cxn ang="0">
                  <a:pos x="42" y="18"/>
                </a:cxn>
                <a:cxn ang="0">
                  <a:pos x="30" y="30"/>
                </a:cxn>
                <a:cxn ang="0">
                  <a:pos x="30" y="30"/>
                </a:cxn>
              </a:cxnLst>
              <a:rect l="0" t="0" r="r" b="b"/>
              <a:pathLst>
                <a:path w="76" h="76">
                  <a:moveTo>
                    <a:pt x="30" y="30"/>
                  </a:moveTo>
                  <a:lnTo>
                    <a:pt x="30" y="30"/>
                  </a:lnTo>
                  <a:lnTo>
                    <a:pt x="20" y="42"/>
                  </a:lnTo>
                  <a:lnTo>
                    <a:pt x="10" y="54"/>
                  </a:lnTo>
                  <a:lnTo>
                    <a:pt x="4" y="66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0" y="72"/>
                  </a:lnTo>
                  <a:lnTo>
                    <a:pt x="22" y="66"/>
                  </a:lnTo>
                  <a:lnTo>
                    <a:pt x="34" y="56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58" y="34"/>
                  </a:lnTo>
                  <a:lnTo>
                    <a:pt x="66" y="22"/>
                  </a:lnTo>
                  <a:lnTo>
                    <a:pt x="72" y="1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6" y="4"/>
                  </a:lnTo>
                  <a:lnTo>
                    <a:pt x="54" y="10"/>
                  </a:lnTo>
                  <a:lnTo>
                    <a:pt x="42" y="18"/>
                  </a:lnTo>
                  <a:lnTo>
                    <a:pt x="30" y="3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Freeform 129"/>
            <p:cNvSpPr/>
            <p:nvPr/>
          </p:nvSpPr>
          <p:spPr bwMode="auto">
            <a:xfrm>
              <a:off x="4635500" y="3368675"/>
              <a:ext cx="815975" cy="120650"/>
            </a:xfrm>
            <a:custGeom>
              <a:avLst/>
              <a:gdLst/>
              <a:ahLst/>
              <a:cxnLst>
                <a:cxn ang="0">
                  <a:pos x="488" y="28"/>
                </a:cxn>
                <a:cxn ang="0">
                  <a:pos x="466" y="24"/>
                </a:cxn>
                <a:cxn ang="0">
                  <a:pos x="412" y="20"/>
                </a:cxn>
                <a:cxn ang="0">
                  <a:pos x="412" y="20"/>
                </a:cxn>
                <a:cxn ang="0">
                  <a:pos x="376" y="20"/>
                </a:cxn>
                <a:cxn ang="0">
                  <a:pos x="310" y="4"/>
                </a:cxn>
                <a:cxn ang="0">
                  <a:pos x="296" y="2"/>
                </a:cxn>
                <a:cxn ang="0">
                  <a:pos x="256" y="2"/>
                </a:cxn>
                <a:cxn ang="0">
                  <a:pos x="210" y="12"/>
                </a:cxn>
                <a:cxn ang="0">
                  <a:pos x="186" y="18"/>
                </a:cxn>
                <a:cxn ang="0">
                  <a:pos x="146" y="20"/>
                </a:cxn>
                <a:cxn ang="0">
                  <a:pos x="98" y="10"/>
                </a:cxn>
                <a:cxn ang="0">
                  <a:pos x="82" y="8"/>
                </a:cxn>
                <a:cxn ang="0">
                  <a:pos x="42" y="8"/>
                </a:cxn>
                <a:cxn ang="0">
                  <a:pos x="10" y="12"/>
                </a:cxn>
                <a:cxn ang="0">
                  <a:pos x="0" y="22"/>
                </a:cxn>
                <a:cxn ang="0">
                  <a:pos x="10" y="64"/>
                </a:cxn>
                <a:cxn ang="0">
                  <a:pos x="18" y="64"/>
                </a:cxn>
                <a:cxn ang="0">
                  <a:pos x="68" y="68"/>
                </a:cxn>
                <a:cxn ang="0">
                  <a:pos x="98" y="66"/>
                </a:cxn>
                <a:cxn ang="0">
                  <a:pos x="122" y="60"/>
                </a:cxn>
                <a:cxn ang="0">
                  <a:pos x="166" y="56"/>
                </a:cxn>
                <a:cxn ang="0">
                  <a:pos x="210" y="64"/>
                </a:cxn>
                <a:cxn ang="0">
                  <a:pos x="232" y="70"/>
                </a:cxn>
                <a:cxn ang="0">
                  <a:pos x="282" y="76"/>
                </a:cxn>
                <a:cxn ang="0">
                  <a:pos x="310" y="72"/>
                </a:cxn>
                <a:cxn ang="0">
                  <a:pos x="342" y="64"/>
                </a:cxn>
                <a:cxn ang="0">
                  <a:pos x="394" y="54"/>
                </a:cxn>
                <a:cxn ang="0">
                  <a:pos x="412" y="56"/>
                </a:cxn>
                <a:cxn ang="0">
                  <a:pos x="466" y="52"/>
                </a:cxn>
                <a:cxn ang="0">
                  <a:pos x="488" y="48"/>
                </a:cxn>
                <a:cxn ang="0">
                  <a:pos x="488" y="28"/>
                </a:cxn>
              </a:cxnLst>
              <a:rect l="0" t="0" r="r" b="b"/>
              <a:pathLst>
                <a:path w="514" h="76">
                  <a:moveTo>
                    <a:pt x="488" y="28"/>
                  </a:moveTo>
                  <a:lnTo>
                    <a:pt x="488" y="28"/>
                  </a:lnTo>
                  <a:lnTo>
                    <a:pt x="480" y="26"/>
                  </a:lnTo>
                  <a:lnTo>
                    <a:pt x="466" y="24"/>
                  </a:lnTo>
                  <a:lnTo>
                    <a:pt x="442" y="20"/>
                  </a:lnTo>
                  <a:lnTo>
                    <a:pt x="412" y="20"/>
                  </a:lnTo>
                  <a:lnTo>
                    <a:pt x="412" y="20"/>
                  </a:lnTo>
                  <a:lnTo>
                    <a:pt x="412" y="20"/>
                  </a:lnTo>
                  <a:lnTo>
                    <a:pt x="394" y="22"/>
                  </a:lnTo>
                  <a:lnTo>
                    <a:pt x="376" y="20"/>
                  </a:lnTo>
                  <a:lnTo>
                    <a:pt x="342" y="12"/>
                  </a:lnTo>
                  <a:lnTo>
                    <a:pt x="310" y="4"/>
                  </a:lnTo>
                  <a:lnTo>
                    <a:pt x="310" y="4"/>
                  </a:lnTo>
                  <a:lnTo>
                    <a:pt x="296" y="2"/>
                  </a:lnTo>
                  <a:lnTo>
                    <a:pt x="282" y="0"/>
                  </a:lnTo>
                  <a:lnTo>
                    <a:pt x="256" y="2"/>
                  </a:lnTo>
                  <a:lnTo>
                    <a:pt x="232" y="6"/>
                  </a:lnTo>
                  <a:lnTo>
                    <a:pt x="210" y="12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66" y="20"/>
                  </a:lnTo>
                  <a:lnTo>
                    <a:pt x="146" y="20"/>
                  </a:lnTo>
                  <a:lnTo>
                    <a:pt x="122" y="16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82" y="8"/>
                  </a:lnTo>
                  <a:lnTo>
                    <a:pt x="68" y="8"/>
                  </a:lnTo>
                  <a:lnTo>
                    <a:pt x="42" y="8"/>
                  </a:lnTo>
                  <a:lnTo>
                    <a:pt x="20" y="10"/>
                  </a:lnTo>
                  <a:lnTo>
                    <a:pt x="10" y="12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0" y="62"/>
                  </a:lnTo>
                  <a:lnTo>
                    <a:pt x="10" y="64"/>
                  </a:lnTo>
                  <a:lnTo>
                    <a:pt x="10" y="64"/>
                  </a:lnTo>
                  <a:lnTo>
                    <a:pt x="18" y="64"/>
                  </a:lnTo>
                  <a:lnTo>
                    <a:pt x="40" y="68"/>
                  </a:lnTo>
                  <a:lnTo>
                    <a:pt x="68" y="68"/>
                  </a:lnTo>
                  <a:lnTo>
                    <a:pt x="82" y="68"/>
                  </a:lnTo>
                  <a:lnTo>
                    <a:pt x="98" y="66"/>
                  </a:lnTo>
                  <a:lnTo>
                    <a:pt x="98" y="66"/>
                  </a:lnTo>
                  <a:lnTo>
                    <a:pt x="122" y="60"/>
                  </a:lnTo>
                  <a:lnTo>
                    <a:pt x="146" y="56"/>
                  </a:lnTo>
                  <a:lnTo>
                    <a:pt x="166" y="56"/>
                  </a:lnTo>
                  <a:lnTo>
                    <a:pt x="186" y="58"/>
                  </a:lnTo>
                  <a:lnTo>
                    <a:pt x="210" y="64"/>
                  </a:lnTo>
                  <a:lnTo>
                    <a:pt x="210" y="64"/>
                  </a:lnTo>
                  <a:lnTo>
                    <a:pt x="232" y="70"/>
                  </a:lnTo>
                  <a:lnTo>
                    <a:pt x="256" y="74"/>
                  </a:lnTo>
                  <a:lnTo>
                    <a:pt x="282" y="76"/>
                  </a:lnTo>
                  <a:lnTo>
                    <a:pt x="296" y="74"/>
                  </a:lnTo>
                  <a:lnTo>
                    <a:pt x="310" y="72"/>
                  </a:lnTo>
                  <a:lnTo>
                    <a:pt x="342" y="64"/>
                  </a:lnTo>
                  <a:lnTo>
                    <a:pt x="342" y="64"/>
                  </a:lnTo>
                  <a:lnTo>
                    <a:pt x="376" y="56"/>
                  </a:lnTo>
                  <a:lnTo>
                    <a:pt x="394" y="54"/>
                  </a:lnTo>
                  <a:lnTo>
                    <a:pt x="412" y="56"/>
                  </a:lnTo>
                  <a:lnTo>
                    <a:pt x="412" y="56"/>
                  </a:lnTo>
                  <a:lnTo>
                    <a:pt x="442" y="56"/>
                  </a:lnTo>
                  <a:lnTo>
                    <a:pt x="466" y="52"/>
                  </a:lnTo>
                  <a:lnTo>
                    <a:pt x="480" y="50"/>
                  </a:lnTo>
                  <a:lnTo>
                    <a:pt x="488" y="48"/>
                  </a:lnTo>
                  <a:lnTo>
                    <a:pt x="514" y="38"/>
                  </a:lnTo>
                  <a:lnTo>
                    <a:pt x="488" y="2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Freeform 130"/>
            <p:cNvSpPr/>
            <p:nvPr/>
          </p:nvSpPr>
          <p:spPr bwMode="auto">
            <a:xfrm>
              <a:off x="4654550" y="3384550"/>
              <a:ext cx="746125" cy="88900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0" y="44"/>
                </a:cxn>
                <a:cxn ang="0">
                  <a:pos x="8" y="44"/>
                </a:cxn>
                <a:cxn ang="0">
                  <a:pos x="28" y="48"/>
                </a:cxn>
                <a:cxn ang="0">
                  <a:pos x="54" y="48"/>
                </a:cxn>
                <a:cxn ang="0">
                  <a:pos x="68" y="48"/>
                </a:cxn>
                <a:cxn ang="0">
                  <a:pos x="82" y="46"/>
                </a:cxn>
                <a:cxn ang="0">
                  <a:pos x="82" y="46"/>
                </a:cxn>
                <a:cxn ang="0">
                  <a:pos x="108" y="40"/>
                </a:cxn>
                <a:cxn ang="0">
                  <a:pos x="132" y="36"/>
                </a:cxn>
                <a:cxn ang="0">
                  <a:pos x="154" y="36"/>
                </a:cxn>
                <a:cxn ang="0">
                  <a:pos x="178" y="38"/>
                </a:cxn>
                <a:cxn ang="0">
                  <a:pos x="178" y="38"/>
                </a:cxn>
                <a:cxn ang="0">
                  <a:pos x="202" y="46"/>
                </a:cxn>
                <a:cxn ang="0">
                  <a:pos x="232" y="52"/>
                </a:cxn>
                <a:cxn ang="0">
                  <a:pos x="246" y="54"/>
                </a:cxn>
                <a:cxn ang="0">
                  <a:pos x="262" y="56"/>
                </a:cxn>
                <a:cxn ang="0">
                  <a:pos x="278" y="56"/>
                </a:cxn>
                <a:cxn ang="0">
                  <a:pos x="296" y="52"/>
                </a:cxn>
                <a:cxn ang="0">
                  <a:pos x="296" y="52"/>
                </a:cxn>
                <a:cxn ang="0">
                  <a:pos x="350" y="38"/>
                </a:cxn>
                <a:cxn ang="0">
                  <a:pos x="374" y="36"/>
                </a:cxn>
                <a:cxn ang="0">
                  <a:pos x="402" y="36"/>
                </a:cxn>
                <a:cxn ang="0">
                  <a:pos x="402" y="36"/>
                </a:cxn>
                <a:cxn ang="0">
                  <a:pos x="430" y="36"/>
                </a:cxn>
                <a:cxn ang="0">
                  <a:pos x="452" y="32"/>
                </a:cxn>
                <a:cxn ang="0">
                  <a:pos x="470" y="28"/>
                </a:cxn>
                <a:cxn ang="0">
                  <a:pos x="470" y="28"/>
                </a:cxn>
                <a:cxn ang="0">
                  <a:pos x="470" y="28"/>
                </a:cxn>
                <a:cxn ang="0">
                  <a:pos x="452" y="24"/>
                </a:cxn>
                <a:cxn ang="0">
                  <a:pos x="430" y="20"/>
                </a:cxn>
                <a:cxn ang="0">
                  <a:pos x="402" y="20"/>
                </a:cxn>
                <a:cxn ang="0">
                  <a:pos x="402" y="20"/>
                </a:cxn>
                <a:cxn ang="0">
                  <a:pos x="374" y="20"/>
                </a:cxn>
                <a:cxn ang="0">
                  <a:pos x="350" y="18"/>
                </a:cxn>
                <a:cxn ang="0">
                  <a:pos x="296" y="4"/>
                </a:cxn>
                <a:cxn ang="0">
                  <a:pos x="296" y="4"/>
                </a:cxn>
                <a:cxn ang="0">
                  <a:pos x="278" y="0"/>
                </a:cxn>
                <a:cxn ang="0">
                  <a:pos x="262" y="0"/>
                </a:cxn>
                <a:cxn ang="0">
                  <a:pos x="246" y="2"/>
                </a:cxn>
                <a:cxn ang="0">
                  <a:pos x="232" y="4"/>
                </a:cxn>
                <a:cxn ang="0">
                  <a:pos x="202" y="10"/>
                </a:cxn>
                <a:cxn ang="0">
                  <a:pos x="178" y="18"/>
                </a:cxn>
                <a:cxn ang="0">
                  <a:pos x="178" y="18"/>
                </a:cxn>
                <a:cxn ang="0">
                  <a:pos x="154" y="20"/>
                </a:cxn>
                <a:cxn ang="0">
                  <a:pos x="132" y="20"/>
                </a:cxn>
                <a:cxn ang="0">
                  <a:pos x="108" y="16"/>
                </a:cxn>
                <a:cxn ang="0">
                  <a:pos x="82" y="10"/>
                </a:cxn>
                <a:cxn ang="0">
                  <a:pos x="82" y="10"/>
                </a:cxn>
                <a:cxn ang="0">
                  <a:pos x="68" y="8"/>
                </a:cxn>
                <a:cxn ang="0">
                  <a:pos x="54" y="8"/>
                </a:cxn>
                <a:cxn ang="0">
                  <a:pos x="28" y="8"/>
                </a:cxn>
                <a:cxn ang="0">
                  <a:pos x="8" y="12"/>
                </a:cxn>
                <a:cxn ang="0">
                  <a:pos x="0" y="12"/>
                </a:cxn>
                <a:cxn ang="0">
                  <a:pos x="0" y="44"/>
                </a:cxn>
              </a:cxnLst>
              <a:rect l="0" t="0" r="r" b="b"/>
              <a:pathLst>
                <a:path w="470" h="56">
                  <a:moveTo>
                    <a:pt x="0" y="44"/>
                  </a:moveTo>
                  <a:lnTo>
                    <a:pt x="0" y="44"/>
                  </a:lnTo>
                  <a:lnTo>
                    <a:pt x="8" y="44"/>
                  </a:lnTo>
                  <a:lnTo>
                    <a:pt x="28" y="48"/>
                  </a:lnTo>
                  <a:lnTo>
                    <a:pt x="54" y="48"/>
                  </a:lnTo>
                  <a:lnTo>
                    <a:pt x="68" y="48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108" y="40"/>
                  </a:lnTo>
                  <a:lnTo>
                    <a:pt x="132" y="36"/>
                  </a:lnTo>
                  <a:lnTo>
                    <a:pt x="154" y="36"/>
                  </a:lnTo>
                  <a:lnTo>
                    <a:pt x="178" y="38"/>
                  </a:lnTo>
                  <a:lnTo>
                    <a:pt x="178" y="38"/>
                  </a:lnTo>
                  <a:lnTo>
                    <a:pt x="202" y="46"/>
                  </a:lnTo>
                  <a:lnTo>
                    <a:pt x="232" y="52"/>
                  </a:lnTo>
                  <a:lnTo>
                    <a:pt x="246" y="54"/>
                  </a:lnTo>
                  <a:lnTo>
                    <a:pt x="262" y="56"/>
                  </a:lnTo>
                  <a:lnTo>
                    <a:pt x="278" y="56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350" y="38"/>
                  </a:lnTo>
                  <a:lnTo>
                    <a:pt x="374" y="36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30" y="36"/>
                  </a:lnTo>
                  <a:lnTo>
                    <a:pt x="452" y="32"/>
                  </a:lnTo>
                  <a:lnTo>
                    <a:pt x="470" y="28"/>
                  </a:lnTo>
                  <a:lnTo>
                    <a:pt x="470" y="28"/>
                  </a:lnTo>
                  <a:lnTo>
                    <a:pt x="470" y="28"/>
                  </a:lnTo>
                  <a:lnTo>
                    <a:pt x="452" y="24"/>
                  </a:lnTo>
                  <a:lnTo>
                    <a:pt x="430" y="20"/>
                  </a:lnTo>
                  <a:lnTo>
                    <a:pt x="402" y="20"/>
                  </a:lnTo>
                  <a:lnTo>
                    <a:pt x="402" y="20"/>
                  </a:lnTo>
                  <a:lnTo>
                    <a:pt x="374" y="20"/>
                  </a:lnTo>
                  <a:lnTo>
                    <a:pt x="350" y="18"/>
                  </a:lnTo>
                  <a:lnTo>
                    <a:pt x="296" y="4"/>
                  </a:lnTo>
                  <a:lnTo>
                    <a:pt x="296" y="4"/>
                  </a:lnTo>
                  <a:lnTo>
                    <a:pt x="278" y="0"/>
                  </a:lnTo>
                  <a:lnTo>
                    <a:pt x="262" y="0"/>
                  </a:lnTo>
                  <a:lnTo>
                    <a:pt x="246" y="2"/>
                  </a:lnTo>
                  <a:lnTo>
                    <a:pt x="232" y="4"/>
                  </a:lnTo>
                  <a:lnTo>
                    <a:pt x="202" y="10"/>
                  </a:lnTo>
                  <a:lnTo>
                    <a:pt x="178" y="18"/>
                  </a:lnTo>
                  <a:lnTo>
                    <a:pt x="178" y="18"/>
                  </a:lnTo>
                  <a:lnTo>
                    <a:pt x="154" y="20"/>
                  </a:lnTo>
                  <a:lnTo>
                    <a:pt x="132" y="20"/>
                  </a:lnTo>
                  <a:lnTo>
                    <a:pt x="108" y="16"/>
                  </a:lnTo>
                  <a:lnTo>
                    <a:pt x="82" y="10"/>
                  </a:lnTo>
                  <a:lnTo>
                    <a:pt x="82" y="10"/>
                  </a:lnTo>
                  <a:lnTo>
                    <a:pt x="68" y="8"/>
                  </a:lnTo>
                  <a:lnTo>
                    <a:pt x="54" y="8"/>
                  </a:lnTo>
                  <a:lnTo>
                    <a:pt x="28" y="8"/>
                  </a:lnTo>
                  <a:lnTo>
                    <a:pt x="8" y="12"/>
                  </a:lnTo>
                  <a:lnTo>
                    <a:pt x="0" y="12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4" name="Freeform 131"/>
            <p:cNvSpPr/>
            <p:nvPr/>
          </p:nvSpPr>
          <p:spPr bwMode="auto">
            <a:xfrm>
              <a:off x="4991100" y="3413125"/>
              <a:ext cx="168275" cy="31750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22" y="2"/>
                </a:cxn>
                <a:cxn ang="0">
                  <a:pos x="10" y="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10" y="14"/>
                </a:cxn>
                <a:cxn ang="0">
                  <a:pos x="22" y="18"/>
                </a:cxn>
                <a:cxn ang="0">
                  <a:pos x="36" y="20"/>
                </a:cxn>
                <a:cxn ang="0">
                  <a:pos x="54" y="20"/>
                </a:cxn>
                <a:cxn ang="0">
                  <a:pos x="54" y="20"/>
                </a:cxn>
                <a:cxn ang="0">
                  <a:pos x="70" y="20"/>
                </a:cxn>
                <a:cxn ang="0">
                  <a:pos x="84" y="18"/>
                </a:cxn>
                <a:cxn ang="0">
                  <a:pos x="98" y="14"/>
                </a:cxn>
                <a:cxn ang="0">
                  <a:pos x="106" y="10"/>
                </a:cxn>
                <a:cxn ang="0">
                  <a:pos x="106" y="10"/>
                </a:cxn>
                <a:cxn ang="0">
                  <a:pos x="98" y="6"/>
                </a:cxn>
                <a:cxn ang="0">
                  <a:pos x="84" y="2"/>
                </a:cxn>
                <a:cxn ang="0">
                  <a:pos x="70" y="0"/>
                </a:cxn>
                <a:cxn ang="0">
                  <a:pos x="54" y="0"/>
                </a:cxn>
                <a:cxn ang="0">
                  <a:pos x="54" y="0"/>
                </a:cxn>
              </a:cxnLst>
              <a:rect l="0" t="0" r="r" b="b"/>
              <a:pathLst>
                <a:path w="106" h="20">
                  <a:moveTo>
                    <a:pt x="54" y="0"/>
                  </a:moveTo>
                  <a:lnTo>
                    <a:pt x="54" y="0"/>
                  </a:lnTo>
                  <a:lnTo>
                    <a:pt x="36" y="0"/>
                  </a:lnTo>
                  <a:lnTo>
                    <a:pt x="22" y="2"/>
                  </a:lnTo>
                  <a:lnTo>
                    <a:pt x="10" y="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0" y="14"/>
                  </a:lnTo>
                  <a:lnTo>
                    <a:pt x="22" y="18"/>
                  </a:lnTo>
                  <a:lnTo>
                    <a:pt x="36" y="20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70" y="20"/>
                  </a:lnTo>
                  <a:lnTo>
                    <a:pt x="84" y="18"/>
                  </a:lnTo>
                  <a:lnTo>
                    <a:pt x="98" y="14"/>
                  </a:lnTo>
                  <a:lnTo>
                    <a:pt x="106" y="10"/>
                  </a:lnTo>
                  <a:lnTo>
                    <a:pt x="106" y="10"/>
                  </a:lnTo>
                  <a:lnTo>
                    <a:pt x="98" y="6"/>
                  </a:lnTo>
                  <a:lnTo>
                    <a:pt x="84" y="2"/>
                  </a:lnTo>
                  <a:lnTo>
                    <a:pt x="70" y="0"/>
                  </a:ln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5" name="Freeform 132"/>
            <p:cNvSpPr/>
            <p:nvPr/>
          </p:nvSpPr>
          <p:spPr bwMode="auto">
            <a:xfrm>
              <a:off x="4591050" y="3448050"/>
              <a:ext cx="603250" cy="603250"/>
            </a:xfrm>
            <a:custGeom>
              <a:avLst/>
              <a:gdLst/>
              <a:ahLst/>
              <a:cxnLst>
                <a:cxn ang="0">
                  <a:pos x="368" y="354"/>
                </a:cxn>
                <a:cxn ang="0">
                  <a:pos x="356" y="334"/>
                </a:cxn>
                <a:cxn ang="0">
                  <a:pos x="320" y="296"/>
                </a:cxn>
                <a:cxn ang="0">
                  <a:pos x="320" y="296"/>
                </a:cxn>
                <a:cxn ang="0">
                  <a:pos x="296" y="270"/>
                </a:cxn>
                <a:cxn ang="0">
                  <a:pos x="260" y="212"/>
                </a:cxn>
                <a:cxn ang="0">
                  <a:pos x="252" y="200"/>
                </a:cxn>
                <a:cxn ang="0">
                  <a:pos x="224" y="172"/>
                </a:cxn>
                <a:cxn ang="0">
                  <a:pos x="184" y="146"/>
                </a:cxn>
                <a:cxn ang="0">
                  <a:pos x="164" y="134"/>
                </a:cxn>
                <a:cxn ang="0">
                  <a:pos x="132" y="106"/>
                </a:cxn>
                <a:cxn ang="0">
                  <a:pos x="104" y="66"/>
                </a:cxn>
                <a:cxn ang="0">
                  <a:pos x="96" y="54"/>
                </a:cxn>
                <a:cxn ang="0">
                  <a:pos x="66" y="24"/>
                </a:cxn>
                <a:cxn ang="0">
                  <a:pos x="42" y="6"/>
                </a:cxn>
                <a:cxn ang="0">
                  <a:pos x="28" y="6"/>
                </a:cxn>
                <a:cxn ang="0">
                  <a:pos x="6" y="40"/>
                </a:cxn>
                <a:cxn ang="0">
                  <a:pos x="10" y="48"/>
                </a:cxn>
                <a:cxn ang="0">
                  <a:pos x="42" y="86"/>
                </a:cxn>
                <a:cxn ang="0">
                  <a:pos x="66" y="104"/>
                </a:cxn>
                <a:cxn ang="0">
                  <a:pos x="88" y="118"/>
                </a:cxn>
                <a:cxn ang="0">
                  <a:pos x="120" y="146"/>
                </a:cxn>
                <a:cxn ang="0">
                  <a:pos x="146" y="184"/>
                </a:cxn>
                <a:cxn ang="0">
                  <a:pos x="158" y="204"/>
                </a:cxn>
                <a:cxn ang="0">
                  <a:pos x="190" y="244"/>
                </a:cxn>
                <a:cxn ang="0">
                  <a:pos x="212" y="260"/>
                </a:cxn>
                <a:cxn ang="0">
                  <a:pos x="240" y="276"/>
                </a:cxn>
                <a:cxn ang="0">
                  <a:pos x="282" y="306"/>
                </a:cxn>
                <a:cxn ang="0">
                  <a:pos x="296" y="320"/>
                </a:cxn>
                <a:cxn ang="0">
                  <a:pos x="334" y="356"/>
                </a:cxn>
                <a:cxn ang="0">
                  <a:pos x="354" y="368"/>
                </a:cxn>
                <a:cxn ang="0">
                  <a:pos x="368" y="354"/>
                </a:cxn>
              </a:cxnLst>
              <a:rect l="0" t="0" r="r" b="b"/>
              <a:pathLst>
                <a:path w="380" h="380">
                  <a:moveTo>
                    <a:pt x="368" y="354"/>
                  </a:moveTo>
                  <a:lnTo>
                    <a:pt x="368" y="354"/>
                  </a:lnTo>
                  <a:lnTo>
                    <a:pt x="364" y="348"/>
                  </a:lnTo>
                  <a:lnTo>
                    <a:pt x="356" y="334"/>
                  </a:lnTo>
                  <a:lnTo>
                    <a:pt x="342" y="31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06" y="282"/>
                  </a:lnTo>
                  <a:lnTo>
                    <a:pt x="296" y="270"/>
                  </a:lnTo>
                  <a:lnTo>
                    <a:pt x="276" y="240"/>
                  </a:lnTo>
                  <a:lnTo>
                    <a:pt x="260" y="212"/>
                  </a:lnTo>
                  <a:lnTo>
                    <a:pt x="260" y="212"/>
                  </a:lnTo>
                  <a:lnTo>
                    <a:pt x="252" y="200"/>
                  </a:lnTo>
                  <a:lnTo>
                    <a:pt x="244" y="190"/>
                  </a:lnTo>
                  <a:lnTo>
                    <a:pt x="224" y="172"/>
                  </a:lnTo>
                  <a:lnTo>
                    <a:pt x="204" y="158"/>
                  </a:lnTo>
                  <a:lnTo>
                    <a:pt x="184" y="146"/>
                  </a:lnTo>
                  <a:lnTo>
                    <a:pt x="164" y="134"/>
                  </a:lnTo>
                  <a:lnTo>
                    <a:pt x="164" y="134"/>
                  </a:lnTo>
                  <a:lnTo>
                    <a:pt x="146" y="120"/>
                  </a:lnTo>
                  <a:lnTo>
                    <a:pt x="132" y="106"/>
                  </a:lnTo>
                  <a:lnTo>
                    <a:pt x="118" y="88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96" y="54"/>
                  </a:lnTo>
                  <a:lnTo>
                    <a:pt x="86" y="44"/>
                  </a:lnTo>
                  <a:lnTo>
                    <a:pt x="66" y="24"/>
                  </a:lnTo>
                  <a:lnTo>
                    <a:pt x="50" y="12"/>
                  </a:lnTo>
                  <a:lnTo>
                    <a:pt x="42" y="6"/>
                  </a:lnTo>
                  <a:lnTo>
                    <a:pt x="34" y="0"/>
                  </a:lnTo>
                  <a:lnTo>
                    <a:pt x="28" y="6"/>
                  </a:lnTo>
                  <a:lnTo>
                    <a:pt x="0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10" y="48"/>
                  </a:lnTo>
                  <a:lnTo>
                    <a:pt x="24" y="66"/>
                  </a:lnTo>
                  <a:lnTo>
                    <a:pt x="42" y="86"/>
                  </a:lnTo>
                  <a:lnTo>
                    <a:pt x="54" y="96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88" y="118"/>
                  </a:lnTo>
                  <a:lnTo>
                    <a:pt x="106" y="132"/>
                  </a:lnTo>
                  <a:lnTo>
                    <a:pt x="120" y="146"/>
                  </a:lnTo>
                  <a:lnTo>
                    <a:pt x="134" y="164"/>
                  </a:lnTo>
                  <a:lnTo>
                    <a:pt x="146" y="184"/>
                  </a:lnTo>
                  <a:lnTo>
                    <a:pt x="146" y="184"/>
                  </a:lnTo>
                  <a:lnTo>
                    <a:pt x="158" y="204"/>
                  </a:lnTo>
                  <a:lnTo>
                    <a:pt x="172" y="224"/>
                  </a:lnTo>
                  <a:lnTo>
                    <a:pt x="190" y="244"/>
                  </a:lnTo>
                  <a:lnTo>
                    <a:pt x="200" y="252"/>
                  </a:lnTo>
                  <a:lnTo>
                    <a:pt x="212" y="260"/>
                  </a:lnTo>
                  <a:lnTo>
                    <a:pt x="240" y="276"/>
                  </a:lnTo>
                  <a:lnTo>
                    <a:pt x="240" y="276"/>
                  </a:lnTo>
                  <a:lnTo>
                    <a:pt x="270" y="296"/>
                  </a:lnTo>
                  <a:lnTo>
                    <a:pt x="282" y="306"/>
                  </a:lnTo>
                  <a:lnTo>
                    <a:pt x="296" y="320"/>
                  </a:lnTo>
                  <a:lnTo>
                    <a:pt x="296" y="320"/>
                  </a:lnTo>
                  <a:lnTo>
                    <a:pt x="316" y="342"/>
                  </a:lnTo>
                  <a:lnTo>
                    <a:pt x="334" y="356"/>
                  </a:lnTo>
                  <a:lnTo>
                    <a:pt x="348" y="364"/>
                  </a:lnTo>
                  <a:lnTo>
                    <a:pt x="354" y="368"/>
                  </a:lnTo>
                  <a:lnTo>
                    <a:pt x="380" y="380"/>
                  </a:lnTo>
                  <a:lnTo>
                    <a:pt x="368" y="3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Freeform 133"/>
            <p:cNvSpPr/>
            <p:nvPr/>
          </p:nvSpPr>
          <p:spPr bwMode="auto">
            <a:xfrm>
              <a:off x="4613275" y="3470275"/>
              <a:ext cx="546100" cy="546100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16" y="44"/>
                </a:cxn>
                <a:cxn ang="0">
                  <a:pos x="34" y="64"/>
                </a:cxn>
                <a:cxn ang="0">
                  <a:pos x="46" y="72"/>
                </a:cxn>
                <a:cxn ang="0">
                  <a:pos x="56" y="82"/>
                </a:cxn>
                <a:cxn ang="0">
                  <a:pos x="56" y="82"/>
                </a:cxn>
                <a:cxn ang="0">
                  <a:pos x="78" y="96"/>
                </a:cxn>
                <a:cxn ang="0">
                  <a:pos x="98" y="110"/>
                </a:cxn>
                <a:cxn ang="0">
                  <a:pos x="114" y="126"/>
                </a:cxn>
                <a:cxn ang="0">
                  <a:pos x="128" y="144"/>
                </a:cxn>
                <a:cxn ang="0">
                  <a:pos x="128" y="144"/>
                </a:cxn>
                <a:cxn ang="0">
                  <a:pos x="142" y="166"/>
                </a:cxn>
                <a:cxn ang="0">
                  <a:pos x="158" y="192"/>
                </a:cxn>
                <a:cxn ang="0">
                  <a:pos x="166" y="204"/>
                </a:cxn>
                <a:cxn ang="0">
                  <a:pos x="176" y="216"/>
                </a:cxn>
                <a:cxn ang="0">
                  <a:pos x="188" y="228"/>
                </a:cxn>
                <a:cxn ang="0">
                  <a:pos x="202" y="236"/>
                </a:cxn>
                <a:cxn ang="0">
                  <a:pos x="202" y="236"/>
                </a:cxn>
                <a:cxn ang="0">
                  <a:pos x="250" y="266"/>
                </a:cxn>
                <a:cxn ang="0">
                  <a:pos x="270" y="280"/>
                </a:cxn>
                <a:cxn ang="0">
                  <a:pos x="290" y="300"/>
                </a:cxn>
                <a:cxn ang="0">
                  <a:pos x="290" y="300"/>
                </a:cxn>
                <a:cxn ang="0">
                  <a:pos x="310" y="320"/>
                </a:cxn>
                <a:cxn ang="0">
                  <a:pos x="326" y="334"/>
                </a:cxn>
                <a:cxn ang="0">
                  <a:pos x="344" y="344"/>
                </a:cxn>
                <a:cxn ang="0">
                  <a:pos x="344" y="344"/>
                </a:cxn>
                <a:cxn ang="0">
                  <a:pos x="344" y="344"/>
                </a:cxn>
                <a:cxn ang="0">
                  <a:pos x="334" y="326"/>
                </a:cxn>
                <a:cxn ang="0">
                  <a:pos x="320" y="310"/>
                </a:cxn>
                <a:cxn ang="0">
                  <a:pos x="300" y="290"/>
                </a:cxn>
                <a:cxn ang="0">
                  <a:pos x="300" y="290"/>
                </a:cxn>
                <a:cxn ang="0">
                  <a:pos x="280" y="270"/>
                </a:cxn>
                <a:cxn ang="0">
                  <a:pos x="266" y="250"/>
                </a:cxn>
                <a:cxn ang="0">
                  <a:pos x="238" y="202"/>
                </a:cxn>
                <a:cxn ang="0">
                  <a:pos x="238" y="202"/>
                </a:cxn>
                <a:cxn ang="0">
                  <a:pos x="228" y="188"/>
                </a:cxn>
                <a:cxn ang="0">
                  <a:pos x="216" y="176"/>
                </a:cxn>
                <a:cxn ang="0">
                  <a:pos x="204" y="166"/>
                </a:cxn>
                <a:cxn ang="0">
                  <a:pos x="192" y="158"/>
                </a:cxn>
                <a:cxn ang="0">
                  <a:pos x="166" y="142"/>
                </a:cxn>
                <a:cxn ang="0">
                  <a:pos x="144" y="128"/>
                </a:cxn>
                <a:cxn ang="0">
                  <a:pos x="144" y="128"/>
                </a:cxn>
                <a:cxn ang="0">
                  <a:pos x="126" y="114"/>
                </a:cxn>
                <a:cxn ang="0">
                  <a:pos x="110" y="98"/>
                </a:cxn>
                <a:cxn ang="0">
                  <a:pos x="96" y="78"/>
                </a:cxn>
                <a:cxn ang="0">
                  <a:pos x="82" y="56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64" y="34"/>
                </a:cxn>
                <a:cxn ang="0">
                  <a:pos x="44" y="16"/>
                </a:cxn>
                <a:cxn ang="0">
                  <a:pos x="28" y="4"/>
                </a:cxn>
                <a:cxn ang="0">
                  <a:pos x="22" y="0"/>
                </a:cxn>
                <a:cxn ang="0">
                  <a:pos x="0" y="22"/>
                </a:cxn>
              </a:cxnLst>
              <a:rect l="0" t="0" r="r" b="b"/>
              <a:pathLst>
                <a:path w="344" h="344">
                  <a:moveTo>
                    <a:pt x="0" y="22"/>
                  </a:moveTo>
                  <a:lnTo>
                    <a:pt x="0" y="22"/>
                  </a:lnTo>
                  <a:lnTo>
                    <a:pt x="4" y="28"/>
                  </a:lnTo>
                  <a:lnTo>
                    <a:pt x="16" y="44"/>
                  </a:lnTo>
                  <a:lnTo>
                    <a:pt x="34" y="64"/>
                  </a:lnTo>
                  <a:lnTo>
                    <a:pt x="46" y="72"/>
                  </a:lnTo>
                  <a:lnTo>
                    <a:pt x="56" y="82"/>
                  </a:lnTo>
                  <a:lnTo>
                    <a:pt x="56" y="82"/>
                  </a:lnTo>
                  <a:lnTo>
                    <a:pt x="78" y="96"/>
                  </a:lnTo>
                  <a:lnTo>
                    <a:pt x="98" y="110"/>
                  </a:lnTo>
                  <a:lnTo>
                    <a:pt x="114" y="126"/>
                  </a:lnTo>
                  <a:lnTo>
                    <a:pt x="128" y="144"/>
                  </a:lnTo>
                  <a:lnTo>
                    <a:pt x="128" y="144"/>
                  </a:lnTo>
                  <a:lnTo>
                    <a:pt x="142" y="166"/>
                  </a:lnTo>
                  <a:lnTo>
                    <a:pt x="158" y="192"/>
                  </a:lnTo>
                  <a:lnTo>
                    <a:pt x="166" y="204"/>
                  </a:lnTo>
                  <a:lnTo>
                    <a:pt x="176" y="216"/>
                  </a:lnTo>
                  <a:lnTo>
                    <a:pt x="188" y="228"/>
                  </a:lnTo>
                  <a:lnTo>
                    <a:pt x="202" y="236"/>
                  </a:lnTo>
                  <a:lnTo>
                    <a:pt x="202" y="236"/>
                  </a:lnTo>
                  <a:lnTo>
                    <a:pt x="250" y="266"/>
                  </a:lnTo>
                  <a:lnTo>
                    <a:pt x="270" y="280"/>
                  </a:lnTo>
                  <a:lnTo>
                    <a:pt x="290" y="300"/>
                  </a:lnTo>
                  <a:lnTo>
                    <a:pt x="290" y="300"/>
                  </a:lnTo>
                  <a:lnTo>
                    <a:pt x="310" y="320"/>
                  </a:lnTo>
                  <a:lnTo>
                    <a:pt x="326" y="334"/>
                  </a:lnTo>
                  <a:lnTo>
                    <a:pt x="344" y="344"/>
                  </a:lnTo>
                  <a:lnTo>
                    <a:pt x="344" y="344"/>
                  </a:lnTo>
                  <a:lnTo>
                    <a:pt x="344" y="344"/>
                  </a:lnTo>
                  <a:lnTo>
                    <a:pt x="334" y="326"/>
                  </a:lnTo>
                  <a:lnTo>
                    <a:pt x="320" y="310"/>
                  </a:lnTo>
                  <a:lnTo>
                    <a:pt x="300" y="290"/>
                  </a:lnTo>
                  <a:lnTo>
                    <a:pt x="300" y="290"/>
                  </a:lnTo>
                  <a:lnTo>
                    <a:pt x="280" y="270"/>
                  </a:lnTo>
                  <a:lnTo>
                    <a:pt x="266" y="250"/>
                  </a:lnTo>
                  <a:lnTo>
                    <a:pt x="238" y="202"/>
                  </a:lnTo>
                  <a:lnTo>
                    <a:pt x="238" y="202"/>
                  </a:lnTo>
                  <a:lnTo>
                    <a:pt x="228" y="188"/>
                  </a:lnTo>
                  <a:lnTo>
                    <a:pt x="216" y="176"/>
                  </a:lnTo>
                  <a:lnTo>
                    <a:pt x="204" y="166"/>
                  </a:lnTo>
                  <a:lnTo>
                    <a:pt x="192" y="158"/>
                  </a:lnTo>
                  <a:lnTo>
                    <a:pt x="166" y="14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26" y="114"/>
                  </a:lnTo>
                  <a:lnTo>
                    <a:pt x="110" y="98"/>
                  </a:lnTo>
                  <a:lnTo>
                    <a:pt x="96" y="78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64" y="34"/>
                  </a:lnTo>
                  <a:lnTo>
                    <a:pt x="44" y="16"/>
                  </a:lnTo>
                  <a:lnTo>
                    <a:pt x="28" y="4"/>
                  </a:lnTo>
                  <a:lnTo>
                    <a:pt x="22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Freeform 134"/>
            <p:cNvSpPr/>
            <p:nvPr/>
          </p:nvSpPr>
          <p:spPr bwMode="auto">
            <a:xfrm>
              <a:off x="4867275" y="3724275"/>
              <a:ext cx="120650" cy="120650"/>
            </a:xfrm>
            <a:custGeom>
              <a:avLst/>
              <a:gdLst/>
              <a:ahLst/>
              <a:cxnLst>
                <a:cxn ang="0">
                  <a:pos x="46" y="30"/>
                </a:cxn>
                <a:cxn ang="0">
                  <a:pos x="46" y="30"/>
                </a:cxn>
                <a:cxn ang="0">
                  <a:pos x="34" y="20"/>
                </a:cxn>
                <a:cxn ang="0">
                  <a:pos x="22" y="10"/>
                </a:cxn>
                <a:cxn ang="0">
                  <a:pos x="10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" y="10"/>
                </a:cxn>
                <a:cxn ang="0">
                  <a:pos x="10" y="22"/>
                </a:cxn>
                <a:cxn ang="0">
                  <a:pos x="20" y="34"/>
                </a:cxn>
                <a:cxn ang="0">
                  <a:pos x="30" y="46"/>
                </a:cxn>
                <a:cxn ang="0">
                  <a:pos x="30" y="46"/>
                </a:cxn>
                <a:cxn ang="0">
                  <a:pos x="42" y="58"/>
                </a:cxn>
                <a:cxn ang="0">
                  <a:pos x="54" y="66"/>
                </a:cxn>
                <a:cxn ang="0">
                  <a:pos x="66" y="72"/>
                </a:cxn>
                <a:cxn ang="0">
                  <a:pos x="76" y="76"/>
                </a:cxn>
                <a:cxn ang="0">
                  <a:pos x="76" y="76"/>
                </a:cxn>
                <a:cxn ang="0">
                  <a:pos x="72" y="66"/>
                </a:cxn>
                <a:cxn ang="0">
                  <a:pos x="66" y="54"/>
                </a:cxn>
                <a:cxn ang="0">
                  <a:pos x="58" y="42"/>
                </a:cxn>
                <a:cxn ang="0">
                  <a:pos x="46" y="30"/>
                </a:cxn>
                <a:cxn ang="0">
                  <a:pos x="46" y="30"/>
                </a:cxn>
              </a:cxnLst>
              <a:rect l="0" t="0" r="r" b="b"/>
              <a:pathLst>
                <a:path w="76" h="76">
                  <a:moveTo>
                    <a:pt x="46" y="30"/>
                  </a:moveTo>
                  <a:lnTo>
                    <a:pt x="46" y="30"/>
                  </a:lnTo>
                  <a:lnTo>
                    <a:pt x="34" y="20"/>
                  </a:lnTo>
                  <a:lnTo>
                    <a:pt x="22" y="10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10"/>
                  </a:lnTo>
                  <a:lnTo>
                    <a:pt x="10" y="22"/>
                  </a:lnTo>
                  <a:lnTo>
                    <a:pt x="20" y="34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42" y="58"/>
                  </a:lnTo>
                  <a:lnTo>
                    <a:pt x="54" y="66"/>
                  </a:lnTo>
                  <a:lnTo>
                    <a:pt x="66" y="72"/>
                  </a:lnTo>
                  <a:lnTo>
                    <a:pt x="76" y="76"/>
                  </a:lnTo>
                  <a:lnTo>
                    <a:pt x="76" y="76"/>
                  </a:lnTo>
                  <a:lnTo>
                    <a:pt x="72" y="66"/>
                  </a:lnTo>
                  <a:lnTo>
                    <a:pt x="66" y="54"/>
                  </a:lnTo>
                  <a:lnTo>
                    <a:pt x="58" y="42"/>
                  </a:lnTo>
                  <a:lnTo>
                    <a:pt x="46" y="30"/>
                  </a:lnTo>
                  <a:lnTo>
                    <a:pt x="46" y="3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Freeform 135"/>
            <p:cNvSpPr/>
            <p:nvPr/>
          </p:nvSpPr>
          <p:spPr bwMode="auto">
            <a:xfrm>
              <a:off x="4511675" y="3492500"/>
              <a:ext cx="120650" cy="815975"/>
            </a:xfrm>
            <a:custGeom>
              <a:avLst/>
              <a:gdLst/>
              <a:ahLst/>
              <a:cxnLst>
                <a:cxn ang="0">
                  <a:pos x="48" y="488"/>
                </a:cxn>
                <a:cxn ang="0">
                  <a:pos x="52" y="466"/>
                </a:cxn>
                <a:cxn ang="0">
                  <a:pos x="56" y="412"/>
                </a:cxn>
                <a:cxn ang="0">
                  <a:pos x="56" y="412"/>
                </a:cxn>
                <a:cxn ang="0">
                  <a:pos x="56" y="376"/>
                </a:cxn>
                <a:cxn ang="0">
                  <a:pos x="72" y="310"/>
                </a:cxn>
                <a:cxn ang="0">
                  <a:pos x="74" y="296"/>
                </a:cxn>
                <a:cxn ang="0">
                  <a:pos x="74" y="256"/>
                </a:cxn>
                <a:cxn ang="0">
                  <a:pos x="64" y="210"/>
                </a:cxn>
                <a:cxn ang="0">
                  <a:pos x="58" y="186"/>
                </a:cxn>
                <a:cxn ang="0">
                  <a:pos x="56" y="146"/>
                </a:cxn>
                <a:cxn ang="0">
                  <a:pos x="66" y="98"/>
                </a:cxn>
                <a:cxn ang="0">
                  <a:pos x="68" y="82"/>
                </a:cxn>
                <a:cxn ang="0">
                  <a:pos x="68" y="42"/>
                </a:cxn>
                <a:cxn ang="0">
                  <a:pos x="64" y="10"/>
                </a:cxn>
                <a:cxn ang="0">
                  <a:pos x="54" y="0"/>
                </a:cxn>
                <a:cxn ang="0">
                  <a:pos x="12" y="10"/>
                </a:cxn>
                <a:cxn ang="0">
                  <a:pos x="12" y="18"/>
                </a:cxn>
                <a:cxn ang="0">
                  <a:pos x="8" y="68"/>
                </a:cxn>
                <a:cxn ang="0">
                  <a:pos x="10" y="98"/>
                </a:cxn>
                <a:cxn ang="0">
                  <a:pos x="16" y="122"/>
                </a:cxn>
                <a:cxn ang="0">
                  <a:pos x="20" y="166"/>
                </a:cxn>
                <a:cxn ang="0">
                  <a:pos x="12" y="210"/>
                </a:cxn>
                <a:cxn ang="0">
                  <a:pos x="6" y="232"/>
                </a:cxn>
                <a:cxn ang="0">
                  <a:pos x="0" y="282"/>
                </a:cxn>
                <a:cxn ang="0">
                  <a:pos x="4" y="310"/>
                </a:cxn>
                <a:cxn ang="0">
                  <a:pos x="12" y="342"/>
                </a:cxn>
                <a:cxn ang="0">
                  <a:pos x="22" y="394"/>
                </a:cxn>
                <a:cxn ang="0">
                  <a:pos x="20" y="412"/>
                </a:cxn>
                <a:cxn ang="0">
                  <a:pos x="24" y="466"/>
                </a:cxn>
                <a:cxn ang="0">
                  <a:pos x="28" y="488"/>
                </a:cxn>
                <a:cxn ang="0">
                  <a:pos x="48" y="488"/>
                </a:cxn>
              </a:cxnLst>
              <a:rect l="0" t="0" r="r" b="b"/>
              <a:pathLst>
                <a:path w="76" h="514">
                  <a:moveTo>
                    <a:pt x="48" y="488"/>
                  </a:moveTo>
                  <a:lnTo>
                    <a:pt x="48" y="488"/>
                  </a:lnTo>
                  <a:lnTo>
                    <a:pt x="50" y="480"/>
                  </a:lnTo>
                  <a:lnTo>
                    <a:pt x="52" y="466"/>
                  </a:lnTo>
                  <a:lnTo>
                    <a:pt x="56" y="442"/>
                  </a:lnTo>
                  <a:lnTo>
                    <a:pt x="56" y="412"/>
                  </a:lnTo>
                  <a:lnTo>
                    <a:pt x="56" y="412"/>
                  </a:lnTo>
                  <a:lnTo>
                    <a:pt x="56" y="412"/>
                  </a:lnTo>
                  <a:lnTo>
                    <a:pt x="54" y="394"/>
                  </a:lnTo>
                  <a:lnTo>
                    <a:pt x="56" y="376"/>
                  </a:lnTo>
                  <a:lnTo>
                    <a:pt x="64" y="342"/>
                  </a:lnTo>
                  <a:lnTo>
                    <a:pt x="72" y="310"/>
                  </a:lnTo>
                  <a:lnTo>
                    <a:pt x="72" y="310"/>
                  </a:lnTo>
                  <a:lnTo>
                    <a:pt x="74" y="296"/>
                  </a:lnTo>
                  <a:lnTo>
                    <a:pt x="76" y="282"/>
                  </a:lnTo>
                  <a:lnTo>
                    <a:pt x="74" y="256"/>
                  </a:lnTo>
                  <a:lnTo>
                    <a:pt x="70" y="232"/>
                  </a:lnTo>
                  <a:lnTo>
                    <a:pt x="64" y="210"/>
                  </a:lnTo>
                  <a:lnTo>
                    <a:pt x="58" y="186"/>
                  </a:lnTo>
                  <a:lnTo>
                    <a:pt x="58" y="186"/>
                  </a:lnTo>
                  <a:lnTo>
                    <a:pt x="56" y="166"/>
                  </a:lnTo>
                  <a:lnTo>
                    <a:pt x="56" y="146"/>
                  </a:lnTo>
                  <a:lnTo>
                    <a:pt x="60" y="122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8" y="82"/>
                  </a:lnTo>
                  <a:lnTo>
                    <a:pt x="68" y="68"/>
                  </a:lnTo>
                  <a:lnTo>
                    <a:pt x="68" y="42"/>
                  </a:lnTo>
                  <a:lnTo>
                    <a:pt x="66" y="20"/>
                  </a:lnTo>
                  <a:lnTo>
                    <a:pt x="64" y="10"/>
                  </a:lnTo>
                  <a:lnTo>
                    <a:pt x="62" y="0"/>
                  </a:lnTo>
                  <a:lnTo>
                    <a:pt x="54" y="0"/>
                  </a:lnTo>
                  <a:lnTo>
                    <a:pt x="14" y="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8"/>
                  </a:lnTo>
                  <a:lnTo>
                    <a:pt x="8" y="40"/>
                  </a:lnTo>
                  <a:lnTo>
                    <a:pt x="8" y="68"/>
                  </a:lnTo>
                  <a:lnTo>
                    <a:pt x="8" y="82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6" y="122"/>
                  </a:lnTo>
                  <a:lnTo>
                    <a:pt x="20" y="146"/>
                  </a:lnTo>
                  <a:lnTo>
                    <a:pt x="20" y="166"/>
                  </a:lnTo>
                  <a:lnTo>
                    <a:pt x="18" y="186"/>
                  </a:lnTo>
                  <a:lnTo>
                    <a:pt x="12" y="210"/>
                  </a:lnTo>
                  <a:lnTo>
                    <a:pt x="12" y="210"/>
                  </a:lnTo>
                  <a:lnTo>
                    <a:pt x="6" y="232"/>
                  </a:lnTo>
                  <a:lnTo>
                    <a:pt x="2" y="256"/>
                  </a:lnTo>
                  <a:lnTo>
                    <a:pt x="0" y="282"/>
                  </a:lnTo>
                  <a:lnTo>
                    <a:pt x="2" y="296"/>
                  </a:lnTo>
                  <a:lnTo>
                    <a:pt x="4" y="310"/>
                  </a:lnTo>
                  <a:lnTo>
                    <a:pt x="12" y="342"/>
                  </a:lnTo>
                  <a:lnTo>
                    <a:pt x="12" y="342"/>
                  </a:lnTo>
                  <a:lnTo>
                    <a:pt x="20" y="376"/>
                  </a:lnTo>
                  <a:lnTo>
                    <a:pt x="22" y="394"/>
                  </a:lnTo>
                  <a:lnTo>
                    <a:pt x="20" y="412"/>
                  </a:lnTo>
                  <a:lnTo>
                    <a:pt x="20" y="412"/>
                  </a:lnTo>
                  <a:lnTo>
                    <a:pt x="20" y="442"/>
                  </a:lnTo>
                  <a:lnTo>
                    <a:pt x="24" y="466"/>
                  </a:lnTo>
                  <a:lnTo>
                    <a:pt x="26" y="480"/>
                  </a:lnTo>
                  <a:lnTo>
                    <a:pt x="28" y="488"/>
                  </a:lnTo>
                  <a:lnTo>
                    <a:pt x="38" y="514"/>
                  </a:lnTo>
                  <a:lnTo>
                    <a:pt x="48" y="48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Freeform 136"/>
            <p:cNvSpPr/>
            <p:nvPr/>
          </p:nvSpPr>
          <p:spPr bwMode="auto">
            <a:xfrm>
              <a:off x="4527550" y="3511550"/>
              <a:ext cx="88900" cy="74612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2" y="0"/>
                </a:cxn>
                <a:cxn ang="0">
                  <a:pos x="12" y="8"/>
                </a:cxn>
                <a:cxn ang="0">
                  <a:pos x="8" y="28"/>
                </a:cxn>
                <a:cxn ang="0">
                  <a:pos x="8" y="54"/>
                </a:cxn>
                <a:cxn ang="0">
                  <a:pos x="8" y="68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6" y="108"/>
                </a:cxn>
                <a:cxn ang="0">
                  <a:pos x="20" y="132"/>
                </a:cxn>
                <a:cxn ang="0">
                  <a:pos x="20" y="154"/>
                </a:cxn>
                <a:cxn ang="0">
                  <a:pos x="18" y="178"/>
                </a:cxn>
                <a:cxn ang="0">
                  <a:pos x="18" y="178"/>
                </a:cxn>
                <a:cxn ang="0">
                  <a:pos x="10" y="202"/>
                </a:cxn>
                <a:cxn ang="0">
                  <a:pos x="4" y="232"/>
                </a:cxn>
                <a:cxn ang="0">
                  <a:pos x="2" y="246"/>
                </a:cxn>
                <a:cxn ang="0">
                  <a:pos x="0" y="262"/>
                </a:cxn>
                <a:cxn ang="0">
                  <a:pos x="0" y="278"/>
                </a:cxn>
                <a:cxn ang="0">
                  <a:pos x="4" y="296"/>
                </a:cxn>
                <a:cxn ang="0">
                  <a:pos x="4" y="296"/>
                </a:cxn>
                <a:cxn ang="0">
                  <a:pos x="18" y="350"/>
                </a:cxn>
                <a:cxn ang="0">
                  <a:pos x="20" y="374"/>
                </a:cxn>
                <a:cxn ang="0">
                  <a:pos x="20" y="402"/>
                </a:cxn>
                <a:cxn ang="0">
                  <a:pos x="20" y="402"/>
                </a:cxn>
                <a:cxn ang="0">
                  <a:pos x="20" y="430"/>
                </a:cxn>
                <a:cxn ang="0">
                  <a:pos x="24" y="452"/>
                </a:cxn>
                <a:cxn ang="0">
                  <a:pos x="28" y="470"/>
                </a:cxn>
                <a:cxn ang="0">
                  <a:pos x="28" y="470"/>
                </a:cxn>
                <a:cxn ang="0">
                  <a:pos x="28" y="470"/>
                </a:cxn>
                <a:cxn ang="0">
                  <a:pos x="32" y="452"/>
                </a:cxn>
                <a:cxn ang="0">
                  <a:pos x="36" y="430"/>
                </a:cxn>
                <a:cxn ang="0">
                  <a:pos x="36" y="402"/>
                </a:cxn>
                <a:cxn ang="0">
                  <a:pos x="36" y="402"/>
                </a:cxn>
                <a:cxn ang="0">
                  <a:pos x="36" y="374"/>
                </a:cxn>
                <a:cxn ang="0">
                  <a:pos x="38" y="350"/>
                </a:cxn>
                <a:cxn ang="0">
                  <a:pos x="52" y="296"/>
                </a:cxn>
                <a:cxn ang="0">
                  <a:pos x="52" y="296"/>
                </a:cxn>
                <a:cxn ang="0">
                  <a:pos x="56" y="278"/>
                </a:cxn>
                <a:cxn ang="0">
                  <a:pos x="56" y="262"/>
                </a:cxn>
                <a:cxn ang="0">
                  <a:pos x="54" y="246"/>
                </a:cxn>
                <a:cxn ang="0">
                  <a:pos x="52" y="232"/>
                </a:cxn>
                <a:cxn ang="0">
                  <a:pos x="46" y="202"/>
                </a:cxn>
                <a:cxn ang="0">
                  <a:pos x="38" y="178"/>
                </a:cxn>
                <a:cxn ang="0">
                  <a:pos x="38" y="178"/>
                </a:cxn>
                <a:cxn ang="0">
                  <a:pos x="36" y="154"/>
                </a:cxn>
                <a:cxn ang="0">
                  <a:pos x="36" y="132"/>
                </a:cxn>
                <a:cxn ang="0">
                  <a:pos x="40" y="108"/>
                </a:cxn>
                <a:cxn ang="0">
                  <a:pos x="46" y="82"/>
                </a:cxn>
                <a:cxn ang="0">
                  <a:pos x="46" y="82"/>
                </a:cxn>
                <a:cxn ang="0">
                  <a:pos x="48" y="68"/>
                </a:cxn>
                <a:cxn ang="0">
                  <a:pos x="48" y="54"/>
                </a:cxn>
                <a:cxn ang="0">
                  <a:pos x="48" y="28"/>
                </a:cxn>
                <a:cxn ang="0">
                  <a:pos x="44" y="8"/>
                </a:cxn>
                <a:cxn ang="0">
                  <a:pos x="44" y="0"/>
                </a:cxn>
                <a:cxn ang="0">
                  <a:pos x="12" y="0"/>
                </a:cxn>
              </a:cxnLst>
              <a:rect l="0" t="0" r="r" b="b"/>
              <a:pathLst>
                <a:path w="56" h="470">
                  <a:moveTo>
                    <a:pt x="12" y="0"/>
                  </a:moveTo>
                  <a:lnTo>
                    <a:pt x="12" y="0"/>
                  </a:lnTo>
                  <a:lnTo>
                    <a:pt x="12" y="8"/>
                  </a:lnTo>
                  <a:lnTo>
                    <a:pt x="8" y="28"/>
                  </a:lnTo>
                  <a:lnTo>
                    <a:pt x="8" y="54"/>
                  </a:lnTo>
                  <a:lnTo>
                    <a:pt x="8" y="68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6" y="108"/>
                  </a:lnTo>
                  <a:lnTo>
                    <a:pt x="20" y="132"/>
                  </a:lnTo>
                  <a:lnTo>
                    <a:pt x="20" y="154"/>
                  </a:lnTo>
                  <a:lnTo>
                    <a:pt x="18" y="178"/>
                  </a:lnTo>
                  <a:lnTo>
                    <a:pt x="18" y="178"/>
                  </a:lnTo>
                  <a:lnTo>
                    <a:pt x="10" y="202"/>
                  </a:lnTo>
                  <a:lnTo>
                    <a:pt x="4" y="232"/>
                  </a:lnTo>
                  <a:lnTo>
                    <a:pt x="2" y="246"/>
                  </a:lnTo>
                  <a:lnTo>
                    <a:pt x="0" y="262"/>
                  </a:lnTo>
                  <a:lnTo>
                    <a:pt x="0" y="278"/>
                  </a:lnTo>
                  <a:lnTo>
                    <a:pt x="4" y="296"/>
                  </a:lnTo>
                  <a:lnTo>
                    <a:pt x="4" y="296"/>
                  </a:lnTo>
                  <a:lnTo>
                    <a:pt x="18" y="350"/>
                  </a:lnTo>
                  <a:lnTo>
                    <a:pt x="20" y="374"/>
                  </a:lnTo>
                  <a:lnTo>
                    <a:pt x="20" y="402"/>
                  </a:lnTo>
                  <a:lnTo>
                    <a:pt x="20" y="402"/>
                  </a:lnTo>
                  <a:lnTo>
                    <a:pt x="20" y="430"/>
                  </a:lnTo>
                  <a:lnTo>
                    <a:pt x="24" y="452"/>
                  </a:lnTo>
                  <a:lnTo>
                    <a:pt x="28" y="470"/>
                  </a:lnTo>
                  <a:lnTo>
                    <a:pt x="28" y="470"/>
                  </a:lnTo>
                  <a:lnTo>
                    <a:pt x="28" y="470"/>
                  </a:lnTo>
                  <a:lnTo>
                    <a:pt x="32" y="452"/>
                  </a:lnTo>
                  <a:lnTo>
                    <a:pt x="36" y="430"/>
                  </a:lnTo>
                  <a:lnTo>
                    <a:pt x="36" y="402"/>
                  </a:lnTo>
                  <a:lnTo>
                    <a:pt x="36" y="402"/>
                  </a:lnTo>
                  <a:lnTo>
                    <a:pt x="36" y="374"/>
                  </a:lnTo>
                  <a:lnTo>
                    <a:pt x="38" y="350"/>
                  </a:lnTo>
                  <a:lnTo>
                    <a:pt x="52" y="296"/>
                  </a:lnTo>
                  <a:lnTo>
                    <a:pt x="52" y="296"/>
                  </a:lnTo>
                  <a:lnTo>
                    <a:pt x="56" y="278"/>
                  </a:lnTo>
                  <a:lnTo>
                    <a:pt x="56" y="262"/>
                  </a:lnTo>
                  <a:lnTo>
                    <a:pt x="54" y="246"/>
                  </a:lnTo>
                  <a:lnTo>
                    <a:pt x="52" y="232"/>
                  </a:lnTo>
                  <a:lnTo>
                    <a:pt x="46" y="202"/>
                  </a:lnTo>
                  <a:lnTo>
                    <a:pt x="38" y="178"/>
                  </a:lnTo>
                  <a:lnTo>
                    <a:pt x="38" y="178"/>
                  </a:lnTo>
                  <a:lnTo>
                    <a:pt x="36" y="154"/>
                  </a:lnTo>
                  <a:lnTo>
                    <a:pt x="36" y="132"/>
                  </a:lnTo>
                  <a:lnTo>
                    <a:pt x="40" y="108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8" y="68"/>
                  </a:lnTo>
                  <a:lnTo>
                    <a:pt x="48" y="54"/>
                  </a:lnTo>
                  <a:lnTo>
                    <a:pt x="48" y="28"/>
                  </a:lnTo>
                  <a:lnTo>
                    <a:pt x="44" y="8"/>
                  </a:lnTo>
                  <a:lnTo>
                    <a:pt x="4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Freeform 137"/>
            <p:cNvSpPr/>
            <p:nvPr/>
          </p:nvSpPr>
          <p:spPr bwMode="auto">
            <a:xfrm>
              <a:off x="4556125" y="3848100"/>
              <a:ext cx="31750" cy="168275"/>
            </a:xfrm>
            <a:custGeom>
              <a:avLst/>
              <a:gdLst/>
              <a:ahLst/>
              <a:cxnLst>
                <a:cxn ang="0">
                  <a:pos x="20" y="54"/>
                </a:cxn>
                <a:cxn ang="0">
                  <a:pos x="20" y="54"/>
                </a:cxn>
                <a:cxn ang="0">
                  <a:pos x="20" y="36"/>
                </a:cxn>
                <a:cxn ang="0">
                  <a:pos x="18" y="22"/>
                </a:cxn>
                <a:cxn ang="0">
                  <a:pos x="14" y="1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10"/>
                </a:cxn>
                <a:cxn ang="0">
                  <a:pos x="2" y="22"/>
                </a:cxn>
                <a:cxn ang="0">
                  <a:pos x="0" y="36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0" y="70"/>
                </a:cxn>
                <a:cxn ang="0">
                  <a:pos x="2" y="84"/>
                </a:cxn>
                <a:cxn ang="0">
                  <a:pos x="6" y="98"/>
                </a:cxn>
                <a:cxn ang="0">
                  <a:pos x="10" y="106"/>
                </a:cxn>
                <a:cxn ang="0">
                  <a:pos x="10" y="106"/>
                </a:cxn>
                <a:cxn ang="0">
                  <a:pos x="14" y="98"/>
                </a:cxn>
                <a:cxn ang="0">
                  <a:pos x="18" y="84"/>
                </a:cxn>
                <a:cxn ang="0">
                  <a:pos x="20" y="70"/>
                </a:cxn>
                <a:cxn ang="0">
                  <a:pos x="20" y="54"/>
                </a:cxn>
                <a:cxn ang="0">
                  <a:pos x="20" y="54"/>
                </a:cxn>
              </a:cxnLst>
              <a:rect l="0" t="0" r="r" b="b"/>
              <a:pathLst>
                <a:path w="20" h="106">
                  <a:moveTo>
                    <a:pt x="20" y="54"/>
                  </a:moveTo>
                  <a:lnTo>
                    <a:pt x="20" y="54"/>
                  </a:lnTo>
                  <a:lnTo>
                    <a:pt x="20" y="36"/>
                  </a:lnTo>
                  <a:lnTo>
                    <a:pt x="18" y="22"/>
                  </a:lnTo>
                  <a:lnTo>
                    <a:pt x="14" y="1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10"/>
                  </a:lnTo>
                  <a:lnTo>
                    <a:pt x="2" y="22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70"/>
                  </a:lnTo>
                  <a:lnTo>
                    <a:pt x="2" y="84"/>
                  </a:lnTo>
                  <a:lnTo>
                    <a:pt x="6" y="98"/>
                  </a:lnTo>
                  <a:lnTo>
                    <a:pt x="10" y="106"/>
                  </a:lnTo>
                  <a:lnTo>
                    <a:pt x="10" y="106"/>
                  </a:lnTo>
                  <a:lnTo>
                    <a:pt x="14" y="98"/>
                  </a:lnTo>
                  <a:lnTo>
                    <a:pt x="18" y="84"/>
                  </a:lnTo>
                  <a:lnTo>
                    <a:pt x="20" y="70"/>
                  </a:lnTo>
                  <a:lnTo>
                    <a:pt x="20" y="54"/>
                  </a:lnTo>
                  <a:lnTo>
                    <a:pt x="20" y="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Freeform 138"/>
            <p:cNvSpPr/>
            <p:nvPr/>
          </p:nvSpPr>
          <p:spPr bwMode="auto">
            <a:xfrm>
              <a:off x="3949700" y="3448050"/>
              <a:ext cx="603250" cy="603250"/>
            </a:xfrm>
            <a:custGeom>
              <a:avLst/>
              <a:gdLst/>
              <a:ahLst/>
              <a:cxnLst>
                <a:cxn ang="0">
                  <a:pos x="26" y="368"/>
                </a:cxn>
                <a:cxn ang="0">
                  <a:pos x="46" y="356"/>
                </a:cxn>
                <a:cxn ang="0">
                  <a:pos x="84" y="320"/>
                </a:cxn>
                <a:cxn ang="0">
                  <a:pos x="84" y="320"/>
                </a:cxn>
                <a:cxn ang="0">
                  <a:pos x="110" y="296"/>
                </a:cxn>
                <a:cxn ang="0">
                  <a:pos x="168" y="260"/>
                </a:cxn>
                <a:cxn ang="0">
                  <a:pos x="180" y="252"/>
                </a:cxn>
                <a:cxn ang="0">
                  <a:pos x="208" y="224"/>
                </a:cxn>
                <a:cxn ang="0">
                  <a:pos x="234" y="184"/>
                </a:cxn>
                <a:cxn ang="0">
                  <a:pos x="246" y="164"/>
                </a:cxn>
                <a:cxn ang="0">
                  <a:pos x="274" y="132"/>
                </a:cxn>
                <a:cxn ang="0">
                  <a:pos x="314" y="104"/>
                </a:cxn>
                <a:cxn ang="0">
                  <a:pos x="326" y="96"/>
                </a:cxn>
                <a:cxn ang="0">
                  <a:pos x="356" y="66"/>
                </a:cxn>
                <a:cxn ang="0">
                  <a:pos x="374" y="42"/>
                </a:cxn>
                <a:cxn ang="0">
                  <a:pos x="374" y="28"/>
                </a:cxn>
                <a:cxn ang="0">
                  <a:pos x="340" y="6"/>
                </a:cxn>
                <a:cxn ang="0">
                  <a:pos x="332" y="10"/>
                </a:cxn>
                <a:cxn ang="0">
                  <a:pos x="294" y="42"/>
                </a:cxn>
                <a:cxn ang="0">
                  <a:pos x="276" y="66"/>
                </a:cxn>
                <a:cxn ang="0">
                  <a:pos x="262" y="88"/>
                </a:cxn>
                <a:cxn ang="0">
                  <a:pos x="234" y="120"/>
                </a:cxn>
                <a:cxn ang="0">
                  <a:pos x="196" y="146"/>
                </a:cxn>
                <a:cxn ang="0">
                  <a:pos x="176" y="158"/>
                </a:cxn>
                <a:cxn ang="0">
                  <a:pos x="136" y="190"/>
                </a:cxn>
                <a:cxn ang="0">
                  <a:pos x="120" y="212"/>
                </a:cxn>
                <a:cxn ang="0">
                  <a:pos x="104" y="240"/>
                </a:cxn>
                <a:cxn ang="0">
                  <a:pos x="74" y="282"/>
                </a:cxn>
                <a:cxn ang="0">
                  <a:pos x="60" y="296"/>
                </a:cxn>
                <a:cxn ang="0">
                  <a:pos x="24" y="334"/>
                </a:cxn>
                <a:cxn ang="0">
                  <a:pos x="12" y="354"/>
                </a:cxn>
                <a:cxn ang="0">
                  <a:pos x="26" y="368"/>
                </a:cxn>
              </a:cxnLst>
              <a:rect l="0" t="0" r="r" b="b"/>
              <a:pathLst>
                <a:path w="380" h="380">
                  <a:moveTo>
                    <a:pt x="26" y="368"/>
                  </a:moveTo>
                  <a:lnTo>
                    <a:pt x="26" y="368"/>
                  </a:lnTo>
                  <a:lnTo>
                    <a:pt x="32" y="364"/>
                  </a:lnTo>
                  <a:lnTo>
                    <a:pt x="46" y="356"/>
                  </a:lnTo>
                  <a:lnTo>
                    <a:pt x="64" y="342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98" y="306"/>
                  </a:lnTo>
                  <a:lnTo>
                    <a:pt x="110" y="296"/>
                  </a:lnTo>
                  <a:lnTo>
                    <a:pt x="140" y="276"/>
                  </a:lnTo>
                  <a:lnTo>
                    <a:pt x="168" y="260"/>
                  </a:lnTo>
                  <a:lnTo>
                    <a:pt x="168" y="260"/>
                  </a:lnTo>
                  <a:lnTo>
                    <a:pt x="180" y="252"/>
                  </a:lnTo>
                  <a:lnTo>
                    <a:pt x="190" y="244"/>
                  </a:lnTo>
                  <a:lnTo>
                    <a:pt x="208" y="224"/>
                  </a:lnTo>
                  <a:lnTo>
                    <a:pt x="222" y="204"/>
                  </a:lnTo>
                  <a:lnTo>
                    <a:pt x="234" y="184"/>
                  </a:lnTo>
                  <a:lnTo>
                    <a:pt x="246" y="164"/>
                  </a:lnTo>
                  <a:lnTo>
                    <a:pt x="246" y="164"/>
                  </a:lnTo>
                  <a:lnTo>
                    <a:pt x="260" y="146"/>
                  </a:lnTo>
                  <a:lnTo>
                    <a:pt x="274" y="132"/>
                  </a:lnTo>
                  <a:lnTo>
                    <a:pt x="292" y="118"/>
                  </a:lnTo>
                  <a:lnTo>
                    <a:pt x="314" y="104"/>
                  </a:lnTo>
                  <a:lnTo>
                    <a:pt x="314" y="104"/>
                  </a:lnTo>
                  <a:lnTo>
                    <a:pt x="326" y="96"/>
                  </a:lnTo>
                  <a:lnTo>
                    <a:pt x="336" y="86"/>
                  </a:lnTo>
                  <a:lnTo>
                    <a:pt x="356" y="66"/>
                  </a:lnTo>
                  <a:lnTo>
                    <a:pt x="368" y="50"/>
                  </a:lnTo>
                  <a:lnTo>
                    <a:pt x="374" y="42"/>
                  </a:lnTo>
                  <a:lnTo>
                    <a:pt x="380" y="34"/>
                  </a:lnTo>
                  <a:lnTo>
                    <a:pt x="374" y="28"/>
                  </a:lnTo>
                  <a:lnTo>
                    <a:pt x="346" y="0"/>
                  </a:lnTo>
                  <a:lnTo>
                    <a:pt x="340" y="6"/>
                  </a:lnTo>
                  <a:lnTo>
                    <a:pt x="340" y="6"/>
                  </a:lnTo>
                  <a:lnTo>
                    <a:pt x="332" y="10"/>
                  </a:lnTo>
                  <a:lnTo>
                    <a:pt x="314" y="24"/>
                  </a:lnTo>
                  <a:lnTo>
                    <a:pt x="294" y="42"/>
                  </a:lnTo>
                  <a:lnTo>
                    <a:pt x="284" y="54"/>
                  </a:lnTo>
                  <a:lnTo>
                    <a:pt x="276" y="66"/>
                  </a:lnTo>
                  <a:lnTo>
                    <a:pt x="276" y="66"/>
                  </a:lnTo>
                  <a:lnTo>
                    <a:pt x="262" y="88"/>
                  </a:lnTo>
                  <a:lnTo>
                    <a:pt x="248" y="106"/>
                  </a:lnTo>
                  <a:lnTo>
                    <a:pt x="234" y="120"/>
                  </a:lnTo>
                  <a:lnTo>
                    <a:pt x="216" y="134"/>
                  </a:lnTo>
                  <a:lnTo>
                    <a:pt x="196" y="146"/>
                  </a:lnTo>
                  <a:lnTo>
                    <a:pt x="196" y="146"/>
                  </a:lnTo>
                  <a:lnTo>
                    <a:pt x="176" y="158"/>
                  </a:lnTo>
                  <a:lnTo>
                    <a:pt x="156" y="172"/>
                  </a:lnTo>
                  <a:lnTo>
                    <a:pt x="136" y="190"/>
                  </a:lnTo>
                  <a:lnTo>
                    <a:pt x="128" y="200"/>
                  </a:lnTo>
                  <a:lnTo>
                    <a:pt x="120" y="212"/>
                  </a:lnTo>
                  <a:lnTo>
                    <a:pt x="104" y="240"/>
                  </a:lnTo>
                  <a:lnTo>
                    <a:pt x="104" y="240"/>
                  </a:lnTo>
                  <a:lnTo>
                    <a:pt x="84" y="270"/>
                  </a:lnTo>
                  <a:lnTo>
                    <a:pt x="74" y="282"/>
                  </a:lnTo>
                  <a:lnTo>
                    <a:pt x="60" y="296"/>
                  </a:lnTo>
                  <a:lnTo>
                    <a:pt x="60" y="296"/>
                  </a:lnTo>
                  <a:lnTo>
                    <a:pt x="38" y="316"/>
                  </a:lnTo>
                  <a:lnTo>
                    <a:pt x="24" y="334"/>
                  </a:lnTo>
                  <a:lnTo>
                    <a:pt x="16" y="348"/>
                  </a:lnTo>
                  <a:lnTo>
                    <a:pt x="12" y="354"/>
                  </a:lnTo>
                  <a:lnTo>
                    <a:pt x="0" y="380"/>
                  </a:lnTo>
                  <a:lnTo>
                    <a:pt x="26" y="36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Freeform 139"/>
            <p:cNvSpPr/>
            <p:nvPr/>
          </p:nvSpPr>
          <p:spPr bwMode="auto">
            <a:xfrm>
              <a:off x="3984625" y="3470275"/>
              <a:ext cx="546100" cy="546100"/>
            </a:xfrm>
            <a:custGeom>
              <a:avLst/>
              <a:gdLst/>
              <a:ahLst/>
              <a:cxnLst>
                <a:cxn ang="0">
                  <a:pos x="322" y="0"/>
                </a:cxn>
                <a:cxn ang="0">
                  <a:pos x="322" y="0"/>
                </a:cxn>
                <a:cxn ang="0">
                  <a:pos x="316" y="4"/>
                </a:cxn>
                <a:cxn ang="0">
                  <a:pos x="300" y="16"/>
                </a:cxn>
                <a:cxn ang="0">
                  <a:pos x="280" y="34"/>
                </a:cxn>
                <a:cxn ang="0">
                  <a:pos x="272" y="46"/>
                </a:cxn>
                <a:cxn ang="0">
                  <a:pos x="262" y="56"/>
                </a:cxn>
                <a:cxn ang="0">
                  <a:pos x="262" y="56"/>
                </a:cxn>
                <a:cxn ang="0">
                  <a:pos x="248" y="78"/>
                </a:cxn>
                <a:cxn ang="0">
                  <a:pos x="234" y="98"/>
                </a:cxn>
                <a:cxn ang="0">
                  <a:pos x="218" y="114"/>
                </a:cxn>
                <a:cxn ang="0">
                  <a:pos x="200" y="128"/>
                </a:cxn>
                <a:cxn ang="0">
                  <a:pos x="200" y="128"/>
                </a:cxn>
                <a:cxn ang="0">
                  <a:pos x="178" y="142"/>
                </a:cxn>
                <a:cxn ang="0">
                  <a:pos x="152" y="158"/>
                </a:cxn>
                <a:cxn ang="0">
                  <a:pos x="140" y="166"/>
                </a:cxn>
                <a:cxn ang="0">
                  <a:pos x="128" y="176"/>
                </a:cxn>
                <a:cxn ang="0">
                  <a:pos x="116" y="188"/>
                </a:cxn>
                <a:cxn ang="0">
                  <a:pos x="108" y="202"/>
                </a:cxn>
                <a:cxn ang="0">
                  <a:pos x="108" y="202"/>
                </a:cxn>
                <a:cxn ang="0">
                  <a:pos x="78" y="250"/>
                </a:cxn>
                <a:cxn ang="0">
                  <a:pos x="64" y="270"/>
                </a:cxn>
                <a:cxn ang="0">
                  <a:pos x="44" y="290"/>
                </a:cxn>
                <a:cxn ang="0">
                  <a:pos x="44" y="290"/>
                </a:cxn>
                <a:cxn ang="0">
                  <a:pos x="24" y="310"/>
                </a:cxn>
                <a:cxn ang="0">
                  <a:pos x="10" y="326"/>
                </a:cxn>
                <a:cxn ang="0">
                  <a:pos x="0" y="344"/>
                </a:cxn>
                <a:cxn ang="0">
                  <a:pos x="0" y="344"/>
                </a:cxn>
                <a:cxn ang="0">
                  <a:pos x="0" y="344"/>
                </a:cxn>
                <a:cxn ang="0">
                  <a:pos x="18" y="334"/>
                </a:cxn>
                <a:cxn ang="0">
                  <a:pos x="34" y="320"/>
                </a:cxn>
                <a:cxn ang="0">
                  <a:pos x="54" y="300"/>
                </a:cxn>
                <a:cxn ang="0">
                  <a:pos x="54" y="300"/>
                </a:cxn>
                <a:cxn ang="0">
                  <a:pos x="74" y="280"/>
                </a:cxn>
                <a:cxn ang="0">
                  <a:pos x="94" y="266"/>
                </a:cxn>
                <a:cxn ang="0">
                  <a:pos x="142" y="236"/>
                </a:cxn>
                <a:cxn ang="0">
                  <a:pos x="142" y="236"/>
                </a:cxn>
                <a:cxn ang="0">
                  <a:pos x="156" y="228"/>
                </a:cxn>
                <a:cxn ang="0">
                  <a:pos x="168" y="216"/>
                </a:cxn>
                <a:cxn ang="0">
                  <a:pos x="178" y="204"/>
                </a:cxn>
                <a:cxn ang="0">
                  <a:pos x="186" y="192"/>
                </a:cxn>
                <a:cxn ang="0">
                  <a:pos x="202" y="166"/>
                </a:cxn>
                <a:cxn ang="0">
                  <a:pos x="216" y="144"/>
                </a:cxn>
                <a:cxn ang="0">
                  <a:pos x="216" y="144"/>
                </a:cxn>
                <a:cxn ang="0">
                  <a:pos x="230" y="126"/>
                </a:cxn>
                <a:cxn ang="0">
                  <a:pos x="246" y="110"/>
                </a:cxn>
                <a:cxn ang="0">
                  <a:pos x="266" y="96"/>
                </a:cxn>
                <a:cxn ang="0">
                  <a:pos x="288" y="82"/>
                </a:cxn>
                <a:cxn ang="0">
                  <a:pos x="288" y="82"/>
                </a:cxn>
                <a:cxn ang="0">
                  <a:pos x="298" y="72"/>
                </a:cxn>
                <a:cxn ang="0">
                  <a:pos x="310" y="64"/>
                </a:cxn>
                <a:cxn ang="0">
                  <a:pos x="328" y="44"/>
                </a:cxn>
                <a:cxn ang="0">
                  <a:pos x="340" y="28"/>
                </a:cxn>
                <a:cxn ang="0">
                  <a:pos x="344" y="22"/>
                </a:cxn>
                <a:cxn ang="0">
                  <a:pos x="322" y="0"/>
                </a:cxn>
              </a:cxnLst>
              <a:rect l="0" t="0" r="r" b="b"/>
              <a:pathLst>
                <a:path w="344" h="344">
                  <a:moveTo>
                    <a:pt x="322" y="0"/>
                  </a:moveTo>
                  <a:lnTo>
                    <a:pt x="322" y="0"/>
                  </a:lnTo>
                  <a:lnTo>
                    <a:pt x="316" y="4"/>
                  </a:lnTo>
                  <a:lnTo>
                    <a:pt x="300" y="16"/>
                  </a:lnTo>
                  <a:lnTo>
                    <a:pt x="280" y="34"/>
                  </a:lnTo>
                  <a:lnTo>
                    <a:pt x="272" y="46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48" y="78"/>
                  </a:lnTo>
                  <a:lnTo>
                    <a:pt x="234" y="98"/>
                  </a:lnTo>
                  <a:lnTo>
                    <a:pt x="218" y="114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178" y="142"/>
                  </a:lnTo>
                  <a:lnTo>
                    <a:pt x="152" y="158"/>
                  </a:lnTo>
                  <a:lnTo>
                    <a:pt x="140" y="166"/>
                  </a:lnTo>
                  <a:lnTo>
                    <a:pt x="128" y="176"/>
                  </a:lnTo>
                  <a:lnTo>
                    <a:pt x="116" y="188"/>
                  </a:lnTo>
                  <a:lnTo>
                    <a:pt x="108" y="202"/>
                  </a:lnTo>
                  <a:lnTo>
                    <a:pt x="108" y="202"/>
                  </a:lnTo>
                  <a:lnTo>
                    <a:pt x="78" y="250"/>
                  </a:lnTo>
                  <a:lnTo>
                    <a:pt x="64" y="270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24" y="310"/>
                  </a:lnTo>
                  <a:lnTo>
                    <a:pt x="10" y="326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18" y="334"/>
                  </a:lnTo>
                  <a:lnTo>
                    <a:pt x="34" y="320"/>
                  </a:lnTo>
                  <a:lnTo>
                    <a:pt x="54" y="300"/>
                  </a:lnTo>
                  <a:lnTo>
                    <a:pt x="54" y="300"/>
                  </a:lnTo>
                  <a:lnTo>
                    <a:pt x="74" y="280"/>
                  </a:lnTo>
                  <a:lnTo>
                    <a:pt x="94" y="266"/>
                  </a:lnTo>
                  <a:lnTo>
                    <a:pt x="142" y="236"/>
                  </a:lnTo>
                  <a:lnTo>
                    <a:pt x="142" y="236"/>
                  </a:lnTo>
                  <a:lnTo>
                    <a:pt x="156" y="228"/>
                  </a:lnTo>
                  <a:lnTo>
                    <a:pt x="168" y="216"/>
                  </a:lnTo>
                  <a:lnTo>
                    <a:pt x="178" y="204"/>
                  </a:lnTo>
                  <a:lnTo>
                    <a:pt x="186" y="192"/>
                  </a:lnTo>
                  <a:lnTo>
                    <a:pt x="202" y="166"/>
                  </a:lnTo>
                  <a:lnTo>
                    <a:pt x="216" y="144"/>
                  </a:lnTo>
                  <a:lnTo>
                    <a:pt x="216" y="144"/>
                  </a:lnTo>
                  <a:lnTo>
                    <a:pt x="230" y="126"/>
                  </a:lnTo>
                  <a:lnTo>
                    <a:pt x="246" y="110"/>
                  </a:lnTo>
                  <a:lnTo>
                    <a:pt x="266" y="96"/>
                  </a:lnTo>
                  <a:lnTo>
                    <a:pt x="288" y="82"/>
                  </a:lnTo>
                  <a:lnTo>
                    <a:pt x="288" y="82"/>
                  </a:lnTo>
                  <a:lnTo>
                    <a:pt x="298" y="72"/>
                  </a:lnTo>
                  <a:lnTo>
                    <a:pt x="310" y="64"/>
                  </a:lnTo>
                  <a:lnTo>
                    <a:pt x="328" y="44"/>
                  </a:lnTo>
                  <a:lnTo>
                    <a:pt x="340" y="28"/>
                  </a:lnTo>
                  <a:lnTo>
                    <a:pt x="344" y="2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3" name="Freeform 140"/>
            <p:cNvSpPr/>
            <p:nvPr/>
          </p:nvSpPr>
          <p:spPr bwMode="auto">
            <a:xfrm>
              <a:off x="4156075" y="3724275"/>
              <a:ext cx="120650" cy="120650"/>
            </a:xfrm>
            <a:custGeom>
              <a:avLst/>
              <a:gdLst/>
              <a:ahLst/>
              <a:cxnLst>
                <a:cxn ang="0">
                  <a:pos x="46" y="46"/>
                </a:cxn>
                <a:cxn ang="0">
                  <a:pos x="46" y="46"/>
                </a:cxn>
                <a:cxn ang="0">
                  <a:pos x="56" y="34"/>
                </a:cxn>
                <a:cxn ang="0">
                  <a:pos x="66" y="22"/>
                </a:cxn>
                <a:cxn ang="0">
                  <a:pos x="72" y="1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66" y="4"/>
                </a:cxn>
                <a:cxn ang="0">
                  <a:pos x="54" y="10"/>
                </a:cxn>
                <a:cxn ang="0">
                  <a:pos x="42" y="20"/>
                </a:cxn>
                <a:cxn ang="0">
                  <a:pos x="30" y="30"/>
                </a:cxn>
                <a:cxn ang="0">
                  <a:pos x="30" y="30"/>
                </a:cxn>
                <a:cxn ang="0">
                  <a:pos x="18" y="42"/>
                </a:cxn>
                <a:cxn ang="0">
                  <a:pos x="10" y="54"/>
                </a:cxn>
                <a:cxn ang="0">
                  <a:pos x="4" y="66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0" y="72"/>
                </a:cxn>
                <a:cxn ang="0">
                  <a:pos x="22" y="66"/>
                </a:cxn>
                <a:cxn ang="0">
                  <a:pos x="34" y="58"/>
                </a:cxn>
                <a:cxn ang="0">
                  <a:pos x="46" y="46"/>
                </a:cxn>
                <a:cxn ang="0">
                  <a:pos x="46" y="46"/>
                </a:cxn>
              </a:cxnLst>
              <a:rect l="0" t="0" r="r" b="b"/>
              <a:pathLst>
                <a:path w="76" h="76">
                  <a:moveTo>
                    <a:pt x="46" y="46"/>
                  </a:moveTo>
                  <a:lnTo>
                    <a:pt x="46" y="46"/>
                  </a:lnTo>
                  <a:lnTo>
                    <a:pt x="56" y="34"/>
                  </a:lnTo>
                  <a:lnTo>
                    <a:pt x="66" y="22"/>
                  </a:lnTo>
                  <a:lnTo>
                    <a:pt x="72" y="1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6" y="4"/>
                  </a:lnTo>
                  <a:lnTo>
                    <a:pt x="54" y="10"/>
                  </a:lnTo>
                  <a:lnTo>
                    <a:pt x="42" y="2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18" y="42"/>
                  </a:lnTo>
                  <a:lnTo>
                    <a:pt x="10" y="54"/>
                  </a:lnTo>
                  <a:lnTo>
                    <a:pt x="4" y="66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0" y="72"/>
                  </a:lnTo>
                  <a:lnTo>
                    <a:pt x="22" y="66"/>
                  </a:lnTo>
                  <a:lnTo>
                    <a:pt x="34" y="58"/>
                  </a:lnTo>
                  <a:lnTo>
                    <a:pt x="46" y="46"/>
                  </a:lnTo>
                  <a:lnTo>
                    <a:pt x="46" y="4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" name="Freeform 141"/>
            <p:cNvSpPr/>
            <p:nvPr/>
          </p:nvSpPr>
          <p:spPr bwMode="auto">
            <a:xfrm>
              <a:off x="3692525" y="3368675"/>
              <a:ext cx="815975" cy="120650"/>
            </a:xfrm>
            <a:custGeom>
              <a:avLst/>
              <a:gdLst/>
              <a:ahLst/>
              <a:cxnLst>
                <a:cxn ang="0">
                  <a:pos x="26" y="48"/>
                </a:cxn>
                <a:cxn ang="0">
                  <a:pos x="48" y="52"/>
                </a:cxn>
                <a:cxn ang="0">
                  <a:pos x="102" y="56"/>
                </a:cxn>
                <a:cxn ang="0">
                  <a:pos x="102" y="56"/>
                </a:cxn>
                <a:cxn ang="0">
                  <a:pos x="138" y="56"/>
                </a:cxn>
                <a:cxn ang="0">
                  <a:pos x="204" y="72"/>
                </a:cxn>
                <a:cxn ang="0">
                  <a:pos x="218" y="74"/>
                </a:cxn>
                <a:cxn ang="0">
                  <a:pos x="258" y="74"/>
                </a:cxn>
                <a:cxn ang="0">
                  <a:pos x="304" y="64"/>
                </a:cxn>
                <a:cxn ang="0">
                  <a:pos x="328" y="58"/>
                </a:cxn>
                <a:cxn ang="0">
                  <a:pos x="368" y="56"/>
                </a:cxn>
                <a:cxn ang="0">
                  <a:pos x="416" y="66"/>
                </a:cxn>
                <a:cxn ang="0">
                  <a:pos x="432" y="68"/>
                </a:cxn>
                <a:cxn ang="0">
                  <a:pos x="472" y="68"/>
                </a:cxn>
                <a:cxn ang="0">
                  <a:pos x="504" y="64"/>
                </a:cxn>
                <a:cxn ang="0">
                  <a:pos x="514" y="54"/>
                </a:cxn>
                <a:cxn ang="0">
                  <a:pos x="504" y="12"/>
                </a:cxn>
                <a:cxn ang="0">
                  <a:pos x="496" y="12"/>
                </a:cxn>
                <a:cxn ang="0">
                  <a:pos x="446" y="8"/>
                </a:cxn>
                <a:cxn ang="0">
                  <a:pos x="416" y="10"/>
                </a:cxn>
                <a:cxn ang="0">
                  <a:pos x="392" y="16"/>
                </a:cxn>
                <a:cxn ang="0">
                  <a:pos x="348" y="20"/>
                </a:cxn>
                <a:cxn ang="0">
                  <a:pos x="304" y="12"/>
                </a:cxn>
                <a:cxn ang="0">
                  <a:pos x="282" y="6"/>
                </a:cxn>
                <a:cxn ang="0">
                  <a:pos x="232" y="0"/>
                </a:cxn>
                <a:cxn ang="0">
                  <a:pos x="204" y="4"/>
                </a:cxn>
                <a:cxn ang="0">
                  <a:pos x="172" y="12"/>
                </a:cxn>
                <a:cxn ang="0">
                  <a:pos x="120" y="22"/>
                </a:cxn>
                <a:cxn ang="0">
                  <a:pos x="102" y="20"/>
                </a:cxn>
                <a:cxn ang="0">
                  <a:pos x="48" y="24"/>
                </a:cxn>
                <a:cxn ang="0">
                  <a:pos x="26" y="28"/>
                </a:cxn>
                <a:cxn ang="0">
                  <a:pos x="26" y="48"/>
                </a:cxn>
              </a:cxnLst>
              <a:rect l="0" t="0" r="r" b="b"/>
              <a:pathLst>
                <a:path w="514" h="76">
                  <a:moveTo>
                    <a:pt x="26" y="48"/>
                  </a:moveTo>
                  <a:lnTo>
                    <a:pt x="26" y="48"/>
                  </a:lnTo>
                  <a:lnTo>
                    <a:pt x="34" y="50"/>
                  </a:lnTo>
                  <a:lnTo>
                    <a:pt x="48" y="52"/>
                  </a:lnTo>
                  <a:lnTo>
                    <a:pt x="72" y="56"/>
                  </a:lnTo>
                  <a:lnTo>
                    <a:pt x="102" y="56"/>
                  </a:lnTo>
                  <a:lnTo>
                    <a:pt x="102" y="56"/>
                  </a:lnTo>
                  <a:lnTo>
                    <a:pt x="102" y="56"/>
                  </a:lnTo>
                  <a:lnTo>
                    <a:pt x="120" y="54"/>
                  </a:lnTo>
                  <a:lnTo>
                    <a:pt x="138" y="56"/>
                  </a:lnTo>
                  <a:lnTo>
                    <a:pt x="172" y="64"/>
                  </a:lnTo>
                  <a:lnTo>
                    <a:pt x="204" y="72"/>
                  </a:lnTo>
                  <a:lnTo>
                    <a:pt x="204" y="72"/>
                  </a:lnTo>
                  <a:lnTo>
                    <a:pt x="218" y="74"/>
                  </a:lnTo>
                  <a:lnTo>
                    <a:pt x="232" y="76"/>
                  </a:lnTo>
                  <a:lnTo>
                    <a:pt x="258" y="74"/>
                  </a:lnTo>
                  <a:lnTo>
                    <a:pt x="282" y="70"/>
                  </a:lnTo>
                  <a:lnTo>
                    <a:pt x="304" y="64"/>
                  </a:lnTo>
                  <a:lnTo>
                    <a:pt x="328" y="58"/>
                  </a:lnTo>
                  <a:lnTo>
                    <a:pt x="328" y="58"/>
                  </a:lnTo>
                  <a:lnTo>
                    <a:pt x="348" y="56"/>
                  </a:lnTo>
                  <a:lnTo>
                    <a:pt x="368" y="56"/>
                  </a:lnTo>
                  <a:lnTo>
                    <a:pt x="392" y="60"/>
                  </a:lnTo>
                  <a:lnTo>
                    <a:pt x="416" y="66"/>
                  </a:lnTo>
                  <a:lnTo>
                    <a:pt x="416" y="66"/>
                  </a:lnTo>
                  <a:lnTo>
                    <a:pt x="432" y="68"/>
                  </a:lnTo>
                  <a:lnTo>
                    <a:pt x="446" y="68"/>
                  </a:lnTo>
                  <a:lnTo>
                    <a:pt x="472" y="68"/>
                  </a:lnTo>
                  <a:lnTo>
                    <a:pt x="494" y="66"/>
                  </a:lnTo>
                  <a:lnTo>
                    <a:pt x="504" y="64"/>
                  </a:lnTo>
                  <a:lnTo>
                    <a:pt x="514" y="62"/>
                  </a:lnTo>
                  <a:lnTo>
                    <a:pt x="514" y="54"/>
                  </a:lnTo>
                  <a:lnTo>
                    <a:pt x="514" y="14"/>
                  </a:lnTo>
                  <a:lnTo>
                    <a:pt x="504" y="12"/>
                  </a:lnTo>
                  <a:lnTo>
                    <a:pt x="504" y="12"/>
                  </a:lnTo>
                  <a:lnTo>
                    <a:pt x="496" y="12"/>
                  </a:lnTo>
                  <a:lnTo>
                    <a:pt x="474" y="8"/>
                  </a:lnTo>
                  <a:lnTo>
                    <a:pt x="446" y="8"/>
                  </a:lnTo>
                  <a:lnTo>
                    <a:pt x="432" y="8"/>
                  </a:lnTo>
                  <a:lnTo>
                    <a:pt x="416" y="10"/>
                  </a:lnTo>
                  <a:lnTo>
                    <a:pt x="416" y="10"/>
                  </a:lnTo>
                  <a:lnTo>
                    <a:pt x="392" y="16"/>
                  </a:lnTo>
                  <a:lnTo>
                    <a:pt x="368" y="20"/>
                  </a:lnTo>
                  <a:lnTo>
                    <a:pt x="348" y="20"/>
                  </a:lnTo>
                  <a:lnTo>
                    <a:pt x="328" y="18"/>
                  </a:lnTo>
                  <a:lnTo>
                    <a:pt x="304" y="12"/>
                  </a:lnTo>
                  <a:lnTo>
                    <a:pt x="304" y="12"/>
                  </a:lnTo>
                  <a:lnTo>
                    <a:pt x="282" y="6"/>
                  </a:lnTo>
                  <a:lnTo>
                    <a:pt x="258" y="2"/>
                  </a:lnTo>
                  <a:lnTo>
                    <a:pt x="232" y="0"/>
                  </a:lnTo>
                  <a:lnTo>
                    <a:pt x="218" y="2"/>
                  </a:lnTo>
                  <a:lnTo>
                    <a:pt x="204" y="4"/>
                  </a:lnTo>
                  <a:lnTo>
                    <a:pt x="172" y="12"/>
                  </a:lnTo>
                  <a:lnTo>
                    <a:pt x="172" y="12"/>
                  </a:lnTo>
                  <a:lnTo>
                    <a:pt x="138" y="20"/>
                  </a:lnTo>
                  <a:lnTo>
                    <a:pt x="120" y="22"/>
                  </a:lnTo>
                  <a:lnTo>
                    <a:pt x="102" y="20"/>
                  </a:lnTo>
                  <a:lnTo>
                    <a:pt x="102" y="20"/>
                  </a:lnTo>
                  <a:lnTo>
                    <a:pt x="72" y="20"/>
                  </a:lnTo>
                  <a:lnTo>
                    <a:pt x="48" y="24"/>
                  </a:lnTo>
                  <a:lnTo>
                    <a:pt x="34" y="26"/>
                  </a:lnTo>
                  <a:lnTo>
                    <a:pt x="26" y="28"/>
                  </a:lnTo>
                  <a:lnTo>
                    <a:pt x="0" y="38"/>
                  </a:lnTo>
                  <a:lnTo>
                    <a:pt x="26" y="4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Freeform 142"/>
            <p:cNvSpPr/>
            <p:nvPr/>
          </p:nvSpPr>
          <p:spPr bwMode="auto">
            <a:xfrm>
              <a:off x="3743325" y="3384550"/>
              <a:ext cx="746125" cy="88900"/>
            </a:xfrm>
            <a:custGeom>
              <a:avLst/>
              <a:gdLst/>
              <a:ahLst/>
              <a:cxnLst>
                <a:cxn ang="0">
                  <a:pos x="470" y="12"/>
                </a:cxn>
                <a:cxn ang="0">
                  <a:pos x="470" y="12"/>
                </a:cxn>
                <a:cxn ang="0">
                  <a:pos x="462" y="12"/>
                </a:cxn>
                <a:cxn ang="0">
                  <a:pos x="442" y="8"/>
                </a:cxn>
                <a:cxn ang="0">
                  <a:pos x="416" y="8"/>
                </a:cxn>
                <a:cxn ang="0">
                  <a:pos x="402" y="8"/>
                </a:cxn>
                <a:cxn ang="0">
                  <a:pos x="388" y="10"/>
                </a:cxn>
                <a:cxn ang="0">
                  <a:pos x="388" y="10"/>
                </a:cxn>
                <a:cxn ang="0">
                  <a:pos x="362" y="16"/>
                </a:cxn>
                <a:cxn ang="0">
                  <a:pos x="338" y="20"/>
                </a:cxn>
                <a:cxn ang="0">
                  <a:pos x="316" y="20"/>
                </a:cxn>
                <a:cxn ang="0">
                  <a:pos x="292" y="18"/>
                </a:cxn>
                <a:cxn ang="0">
                  <a:pos x="292" y="18"/>
                </a:cxn>
                <a:cxn ang="0">
                  <a:pos x="268" y="10"/>
                </a:cxn>
                <a:cxn ang="0">
                  <a:pos x="238" y="4"/>
                </a:cxn>
                <a:cxn ang="0">
                  <a:pos x="224" y="2"/>
                </a:cxn>
                <a:cxn ang="0">
                  <a:pos x="208" y="0"/>
                </a:cxn>
                <a:cxn ang="0">
                  <a:pos x="192" y="0"/>
                </a:cxn>
                <a:cxn ang="0">
                  <a:pos x="174" y="4"/>
                </a:cxn>
                <a:cxn ang="0">
                  <a:pos x="174" y="4"/>
                </a:cxn>
                <a:cxn ang="0">
                  <a:pos x="120" y="18"/>
                </a:cxn>
                <a:cxn ang="0">
                  <a:pos x="96" y="2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40" y="20"/>
                </a:cxn>
                <a:cxn ang="0">
                  <a:pos x="18" y="24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18" y="32"/>
                </a:cxn>
                <a:cxn ang="0">
                  <a:pos x="40" y="36"/>
                </a:cxn>
                <a:cxn ang="0">
                  <a:pos x="68" y="36"/>
                </a:cxn>
                <a:cxn ang="0">
                  <a:pos x="68" y="36"/>
                </a:cxn>
                <a:cxn ang="0">
                  <a:pos x="96" y="36"/>
                </a:cxn>
                <a:cxn ang="0">
                  <a:pos x="120" y="38"/>
                </a:cxn>
                <a:cxn ang="0">
                  <a:pos x="174" y="52"/>
                </a:cxn>
                <a:cxn ang="0">
                  <a:pos x="174" y="52"/>
                </a:cxn>
                <a:cxn ang="0">
                  <a:pos x="192" y="56"/>
                </a:cxn>
                <a:cxn ang="0">
                  <a:pos x="208" y="56"/>
                </a:cxn>
                <a:cxn ang="0">
                  <a:pos x="224" y="54"/>
                </a:cxn>
                <a:cxn ang="0">
                  <a:pos x="238" y="52"/>
                </a:cxn>
                <a:cxn ang="0">
                  <a:pos x="268" y="46"/>
                </a:cxn>
                <a:cxn ang="0">
                  <a:pos x="292" y="38"/>
                </a:cxn>
                <a:cxn ang="0">
                  <a:pos x="292" y="38"/>
                </a:cxn>
                <a:cxn ang="0">
                  <a:pos x="316" y="36"/>
                </a:cxn>
                <a:cxn ang="0">
                  <a:pos x="338" y="36"/>
                </a:cxn>
                <a:cxn ang="0">
                  <a:pos x="362" y="40"/>
                </a:cxn>
                <a:cxn ang="0">
                  <a:pos x="388" y="46"/>
                </a:cxn>
                <a:cxn ang="0">
                  <a:pos x="388" y="46"/>
                </a:cxn>
                <a:cxn ang="0">
                  <a:pos x="402" y="48"/>
                </a:cxn>
                <a:cxn ang="0">
                  <a:pos x="416" y="48"/>
                </a:cxn>
                <a:cxn ang="0">
                  <a:pos x="442" y="48"/>
                </a:cxn>
                <a:cxn ang="0">
                  <a:pos x="462" y="44"/>
                </a:cxn>
                <a:cxn ang="0">
                  <a:pos x="470" y="44"/>
                </a:cxn>
                <a:cxn ang="0">
                  <a:pos x="470" y="12"/>
                </a:cxn>
              </a:cxnLst>
              <a:rect l="0" t="0" r="r" b="b"/>
              <a:pathLst>
                <a:path w="470" h="56">
                  <a:moveTo>
                    <a:pt x="470" y="12"/>
                  </a:moveTo>
                  <a:lnTo>
                    <a:pt x="470" y="12"/>
                  </a:lnTo>
                  <a:lnTo>
                    <a:pt x="462" y="12"/>
                  </a:lnTo>
                  <a:lnTo>
                    <a:pt x="442" y="8"/>
                  </a:lnTo>
                  <a:lnTo>
                    <a:pt x="416" y="8"/>
                  </a:lnTo>
                  <a:lnTo>
                    <a:pt x="402" y="8"/>
                  </a:lnTo>
                  <a:lnTo>
                    <a:pt x="388" y="10"/>
                  </a:lnTo>
                  <a:lnTo>
                    <a:pt x="388" y="10"/>
                  </a:lnTo>
                  <a:lnTo>
                    <a:pt x="362" y="16"/>
                  </a:lnTo>
                  <a:lnTo>
                    <a:pt x="338" y="20"/>
                  </a:lnTo>
                  <a:lnTo>
                    <a:pt x="316" y="20"/>
                  </a:lnTo>
                  <a:lnTo>
                    <a:pt x="292" y="18"/>
                  </a:lnTo>
                  <a:lnTo>
                    <a:pt x="292" y="18"/>
                  </a:lnTo>
                  <a:lnTo>
                    <a:pt x="268" y="10"/>
                  </a:lnTo>
                  <a:lnTo>
                    <a:pt x="238" y="4"/>
                  </a:lnTo>
                  <a:lnTo>
                    <a:pt x="224" y="2"/>
                  </a:lnTo>
                  <a:lnTo>
                    <a:pt x="208" y="0"/>
                  </a:lnTo>
                  <a:lnTo>
                    <a:pt x="192" y="0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20" y="18"/>
                  </a:lnTo>
                  <a:lnTo>
                    <a:pt x="96" y="20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40" y="20"/>
                  </a:lnTo>
                  <a:lnTo>
                    <a:pt x="18" y="2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8" y="32"/>
                  </a:lnTo>
                  <a:lnTo>
                    <a:pt x="40" y="36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96" y="36"/>
                  </a:lnTo>
                  <a:lnTo>
                    <a:pt x="120" y="38"/>
                  </a:lnTo>
                  <a:lnTo>
                    <a:pt x="174" y="52"/>
                  </a:lnTo>
                  <a:lnTo>
                    <a:pt x="174" y="52"/>
                  </a:lnTo>
                  <a:lnTo>
                    <a:pt x="192" y="56"/>
                  </a:lnTo>
                  <a:lnTo>
                    <a:pt x="208" y="56"/>
                  </a:lnTo>
                  <a:lnTo>
                    <a:pt x="224" y="54"/>
                  </a:lnTo>
                  <a:lnTo>
                    <a:pt x="238" y="52"/>
                  </a:lnTo>
                  <a:lnTo>
                    <a:pt x="268" y="46"/>
                  </a:lnTo>
                  <a:lnTo>
                    <a:pt x="292" y="38"/>
                  </a:lnTo>
                  <a:lnTo>
                    <a:pt x="292" y="38"/>
                  </a:lnTo>
                  <a:lnTo>
                    <a:pt x="316" y="36"/>
                  </a:lnTo>
                  <a:lnTo>
                    <a:pt x="338" y="36"/>
                  </a:lnTo>
                  <a:lnTo>
                    <a:pt x="362" y="40"/>
                  </a:lnTo>
                  <a:lnTo>
                    <a:pt x="388" y="46"/>
                  </a:lnTo>
                  <a:lnTo>
                    <a:pt x="388" y="46"/>
                  </a:lnTo>
                  <a:lnTo>
                    <a:pt x="402" y="48"/>
                  </a:lnTo>
                  <a:lnTo>
                    <a:pt x="416" y="48"/>
                  </a:lnTo>
                  <a:lnTo>
                    <a:pt x="442" y="48"/>
                  </a:lnTo>
                  <a:lnTo>
                    <a:pt x="462" y="44"/>
                  </a:lnTo>
                  <a:lnTo>
                    <a:pt x="470" y="44"/>
                  </a:lnTo>
                  <a:lnTo>
                    <a:pt x="470" y="1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Freeform 143"/>
            <p:cNvSpPr/>
            <p:nvPr/>
          </p:nvSpPr>
          <p:spPr bwMode="auto">
            <a:xfrm>
              <a:off x="3984625" y="3413125"/>
              <a:ext cx="168275" cy="31750"/>
            </a:xfrm>
            <a:custGeom>
              <a:avLst/>
              <a:gdLst/>
              <a:ahLst/>
              <a:cxnLst>
                <a:cxn ang="0">
                  <a:pos x="52" y="20"/>
                </a:cxn>
                <a:cxn ang="0">
                  <a:pos x="52" y="20"/>
                </a:cxn>
                <a:cxn ang="0">
                  <a:pos x="70" y="20"/>
                </a:cxn>
                <a:cxn ang="0">
                  <a:pos x="84" y="18"/>
                </a:cxn>
                <a:cxn ang="0">
                  <a:pos x="96" y="14"/>
                </a:cxn>
                <a:cxn ang="0">
                  <a:pos x="106" y="10"/>
                </a:cxn>
                <a:cxn ang="0">
                  <a:pos x="106" y="10"/>
                </a:cxn>
                <a:cxn ang="0">
                  <a:pos x="96" y="6"/>
                </a:cxn>
                <a:cxn ang="0">
                  <a:pos x="84" y="2"/>
                </a:cxn>
                <a:cxn ang="0">
                  <a:pos x="70" y="0"/>
                </a:cxn>
                <a:cxn ang="0">
                  <a:pos x="52" y="0"/>
                </a:cxn>
                <a:cxn ang="0">
                  <a:pos x="52" y="0"/>
                </a:cxn>
                <a:cxn ang="0">
                  <a:pos x="36" y="0"/>
                </a:cxn>
                <a:cxn ang="0">
                  <a:pos x="22" y="2"/>
                </a:cxn>
                <a:cxn ang="0">
                  <a:pos x="8" y="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8" y="14"/>
                </a:cxn>
                <a:cxn ang="0">
                  <a:pos x="22" y="18"/>
                </a:cxn>
                <a:cxn ang="0">
                  <a:pos x="36" y="20"/>
                </a:cxn>
                <a:cxn ang="0">
                  <a:pos x="52" y="20"/>
                </a:cxn>
                <a:cxn ang="0">
                  <a:pos x="52" y="20"/>
                </a:cxn>
              </a:cxnLst>
              <a:rect l="0" t="0" r="r" b="b"/>
              <a:pathLst>
                <a:path w="106" h="20">
                  <a:moveTo>
                    <a:pt x="52" y="20"/>
                  </a:moveTo>
                  <a:lnTo>
                    <a:pt x="52" y="20"/>
                  </a:lnTo>
                  <a:lnTo>
                    <a:pt x="70" y="20"/>
                  </a:lnTo>
                  <a:lnTo>
                    <a:pt x="84" y="18"/>
                  </a:lnTo>
                  <a:lnTo>
                    <a:pt x="96" y="14"/>
                  </a:lnTo>
                  <a:lnTo>
                    <a:pt x="106" y="10"/>
                  </a:lnTo>
                  <a:lnTo>
                    <a:pt x="106" y="10"/>
                  </a:lnTo>
                  <a:lnTo>
                    <a:pt x="96" y="6"/>
                  </a:lnTo>
                  <a:lnTo>
                    <a:pt x="84" y="2"/>
                  </a:lnTo>
                  <a:lnTo>
                    <a:pt x="70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22" y="2"/>
                  </a:lnTo>
                  <a:lnTo>
                    <a:pt x="8" y="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14"/>
                  </a:lnTo>
                  <a:lnTo>
                    <a:pt x="22" y="18"/>
                  </a:lnTo>
                  <a:lnTo>
                    <a:pt x="36" y="20"/>
                  </a:lnTo>
                  <a:lnTo>
                    <a:pt x="52" y="20"/>
                  </a:lnTo>
                  <a:lnTo>
                    <a:pt x="52" y="2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Freeform 144"/>
            <p:cNvSpPr/>
            <p:nvPr/>
          </p:nvSpPr>
          <p:spPr bwMode="auto">
            <a:xfrm>
              <a:off x="3949700" y="2806700"/>
              <a:ext cx="603250" cy="603250"/>
            </a:xfrm>
            <a:custGeom>
              <a:avLst/>
              <a:gdLst/>
              <a:ahLst/>
              <a:cxnLst>
                <a:cxn ang="0">
                  <a:pos x="12" y="26"/>
                </a:cxn>
                <a:cxn ang="0">
                  <a:pos x="24" y="46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84" y="110"/>
                </a:cxn>
                <a:cxn ang="0">
                  <a:pos x="120" y="168"/>
                </a:cxn>
                <a:cxn ang="0">
                  <a:pos x="128" y="180"/>
                </a:cxn>
                <a:cxn ang="0">
                  <a:pos x="156" y="208"/>
                </a:cxn>
                <a:cxn ang="0">
                  <a:pos x="196" y="234"/>
                </a:cxn>
                <a:cxn ang="0">
                  <a:pos x="216" y="246"/>
                </a:cxn>
                <a:cxn ang="0">
                  <a:pos x="248" y="274"/>
                </a:cxn>
                <a:cxn ang="0">
                  <a:pos x="276" y="314"/>
                </a:cxn>
                <a:cxn ang="0">
                  <a:pos x="284" y="326"/>
                </a:cxn>
                <a:cxn ang="0">
                  <a:pos x="314" y="356"/>
                </a:cxn>
                <a:cxn ang="0">
                  <a:pos x="338" y="374"/>
                </a:cxn>
                <a:cxn ang="0">
                  <a:pos x="352" y="374"/>
                </a:cxn>
                <a:cxn ang="0">
                  <a:pos x="374" y="340"/>
                </a:cxn>
                <a:cxn ang="0">
                  <a:pos x="370" y="332"/>
                </a:cxn>
                <a:cxn ang="0">
                  <a:pos x="338" y="294"/>
                </a:cxn>
                <a:cxn ang="0">
                  <a:pos x="314" y="276"/>
                </a:cxn>
                <a:cxn ang="0">
                  <a:pos x="292" y="262"/>
                </a:cxn>
                <a:cxn ang="0">
                  <a:pos x="260" y="234"/>
                </a:cxn>
                <a:cxn ang="0">
                  <a:pos x="234" y="196"/>
                </a:cxn>
                <a:cxn ang="0">
                  <a:pos x="222" y="176"/>
                </a:cxn>
                <a:cxn ang="0">
                  <a:pos x="190" y="136"/>
                </a:cxn>
                <a:cxn ang="0">
                  <a:pos x="168" y="120"/>
                </a:cxn>
                <a:cxn ang="0">
                  <a:pos x="140" y="104"/>
                </a:cxn>
                <a:cxn ang="0">
                  <a:pos x="98" y="74"/>
                </a:cxn>
                <a:cxn ang="0">
                  <a:pos x="84" y="60"/>
                </a:cxn>
                <a:cxn ang="0">
                  <a:pos x="46" y="24"/>
                </a:cxn>
                <a:cxn ang="0">
                  <a:pos x="26" y="12"/>
                </a:cxn>
                <a:cxn ang="0">
                  <a:pos x="12" y="26"/>
                </a:cxn>
              </a:cxnLst>
              <a:rect l="0" t="0" r="r" b="b"/>
              <a:pathLst>
                <a:path w="380" h="380">
                  <a:moveTo>
                    <a:pt x="12" y="26"/>
                  </a:moveTo>
                  <a:lnTo>
                    <a:pt x="12" y="26"/>
                  </a:lnTo>
                  <a:lnTo>
                    <a:pt x="16" y="32"/>
                  </a:lnTo>
                  <a:lnTo>
                    <a:pt x="24" y="46"/>
                  </a:lnTo>
                  <a:lnTo>
                    <a:pt x="38" y="64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74" y="98"/>
                  </a:lnTo>
                  <a:lnTo>
                    <a:pt x="84" y="110"/>
                  </a:lnTo>
                  <a:lnTo>
                    <a:pt x="104" y="140"/>
                  </a:lnTo>
                  <a:lnTo>
                    <a:pt x="120" y="168"/>
                  </a:lnTo>
                  <a:lnTo>
                    <a:pt x="120" y="168"/>
                  </a:lnTo>
                  <a:lnTo>
                    <a:pt x="128" y="180"/>
                  </a:lnTo>
                  <a:lnTo>
                    <a:pt x="138" y="190"/>
                  </a:lnTo>
                  <a:lnTo>
                    <a:pt x="156" y="208"/>
                  </a:lnTo>
                  <a:lnTo>
                    <a:pt x="176" y="222"/>
                  </a:lnTo>
                  <a:lnTo>
                    <a:pt x="196" y="234"/>
                  </a:lnTo>
                  <a:lnTo>
                    <a:pt x="216" y="246"/>
                  </a:lnTo>
                  <a:lnTo>
                    <a:pt x="216" y="246"/>
                  </a:lnTo>
                  <a:lnTo>
                    <a:pt x="234" y="260"/>
                  </a:lnTo>
                  <a:lnTo>
                    <a:pt x="248" y="274"/>
                  </a:lnTo>
                  <a:lnTo>
                    <a:pt x="262" y="292"/>
                  </a:lnTo>
                  <a:lnTo>
                    <a:pt x="276" y="314"/>
                  </a:lnTo>
                  <a:lnTo>
                    <a:pt x="276" y="314"/>
                  </a:lnTo>
                  <a:lnTo>
                    <a:pt x="284" y="326"/>
                  </a:lnTo>
                  <a:lnTo>
                    <a:pt x="294" y="336"/>
                  </a:lnTo>
                  <a:lnTo>
                    <a:pt x="314" y="356"/>
                  </a:lnTo>
                  <a:lnTo>
                    <a:pt x="330" y="368"/>
                  </a:lnTo>
                  <a:lnTo>
                    <a:pt x="338" y="374"/>
                  </a:lnTo>
                  <a:lnTo>
                    <a:pt x="346" y="380"/>
                  </a:lnTo>
                  <a:lnTo>
                    <a:pt x="352" y="374"/>
                  </a:lnTo>
                  <a:lnTo>
                    <a:pt x="380" y="346"/>
                  </a:lnTo>
                  <a:lnTo>
                    <a:pt x="374" y="340"/>
                  </a:lnTo>
                  <a:lnTo>
                    <a:pt x="374" y="340"/>
                  </a:lnTo>
                  <a:lnTo>
                    <a:pt x="370" y="332"/>
                  </a:lnTo>
                  <a:lnTo>
                    <a:pt x="356" y="314"/>
                  </a:lnTo>
                  <a:lnTo>
                    <a:pt x="338" y="294"/>
                  </a:lnTo>
                  <a:lnTo>
                    <a:pt x="326" y="284"/>
                  </a:lnTo>
                  <a:lnTo>
                    <a:pt x="314" y="276"/>
                  </a:lnTo>
                  <a:lnTo>
                    <a:pt x="314" y="276"/>
                  </a:lnTo>
                  <a:lnTo>
                    <a:pt x="292" y="262"/>
                  </a:lnTo>
                  <a:lnTo>
                    <a:pt x="274" y="248"/>
                  </a:lnTo>
                  <a:lnTo>
                    <a:pt x="260" y="234"/>
                  </a:lnTo>
                  <a:lnTo>
                    <a:pt x="246" y="216"/>
                  </a:lnTo>
                  <a:lnTo>
                    <a:pt x="234" y="196"/>
                  </a:lnTo>
                  <a:lnTo>
                    <a:pt x="234" y="196"/>
                  </a:lnTo>
                  <a:lnTo>
                    <a:pt x="222" y="176"/>
                  </a:lnTo>
                  <a:lnTo>
                    <a:pt x="208" y="156"/>
                  </a:lnTo>
                  <a:lnTo>
                    <a:pt x="190" y="136"/>
                  </a:lnTo>
                  <a:lnTo>
                    <a:pt x="180" y="128"/>
                  </a:lnTo>
                  <a:lnTo>
                    <a:pt x="168" y="120"/>
                  </a:lnTo>
                  <a:lnTo>
                    <a:pt x="140" y="104"/>
                  </a:lnTo>
                  <a:lnTo>
                    <a:pt x="140" y="104"/>
                  </a:lnTo>
                  <a:lnTo>
                    <a:pt x="110" y="84"/>
                  </a:lnTo>
                  <a:lnTo>
                    <a:pt x="98" y="74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64" y="38"/>
                  </a:lnTo>
                  <a:lnTo>
                    <a:pt x="46" y="24"/>
                  </a:lnTo>
                  <a:lnTo>
                    <a:pt x="32" y="16"/>
                  </a:lnTo>
                  <a:lnTo>
                    <a:pt x="26" y="12"/>
                  </a:lnTo>
                  <a:lnTo>
                    <a:pt x="0" y="0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8" name="Freeform 145"/>
            <p:cNvSpPr/>
            <p:nvPr/>
          </p:nvSpPr>
          <p:spPr bwMode="auto">
            <a:xfrm>
              <a:off x="3984625" y="2841625"/>
              <a:ext cx="546100" cy="546100"/>
            </a:xfrm>
            <a:custGeom>
              <a:avLst/>
              <a:gdLst/>
              <a:ahLst/>
              <a:cxnLst>
                <a:cxn ang="0">
                  <a:pos x="344" y="322"/>
                </a:cxn>
                <a:cxn ang="0">
                  <a:pos x="344" y="322"/>
                </a:cxn>
                <a:cxn ang="0">
                  <a:pos x="340" y="316"/>
                </a:cxn>
                <a:cxn ang="0">
                  <a:pos x="328" y="300"/>
                </a:cxn>
                <a:cxn ang="0">
                  <a:pos x="310" y="280"/>
                </a:cxn>
                <a:cxn ang="0">
                  <a:pos x="298" y="272"/>
                </a:cxn>
                <a:cxn ang="0">
                  <a:pos x="288" y="262"/>
                </a:cxn>
                <a:cxn ang="0">
                  <a:pos x="288" y="262"/>
                </a:cxn>
                <a:cxn ang="0">
                  <a:pos x="266" y="248"/>
                </a:cxn>
                <a:cxn ang="0">
                  <a:pos x="246" y="234"/>
                </a:cxn>
                <a:cxn ang="0">
                  <a:pos x="230" y="218"/>
                </a:cxn>
                <a:cxn ang="0">
                  <a:pos x="216" y="200"/>
                </a:cxn>
                <a:cxn ang="0">
                  <a:pos x="216" y="200"/>
                </a:cxn>
                <a:cxn ang="0">
                  <a:pos x="202" y="178"/>
                </a:cxn>
                <a:cxn ang="0">
                  <a:pos x="186" y="152"/>
                </a:cxn>
                <a:cxn ang="0">
                  <a:pos x="178" y="140"/>
                </a:cxn>
                <a:cxn ang="0">
                  <a:pos x="168" y="128"/>
                </a:cxn>
                <a:cxn ang="0">
                  <a:pos x="156" y="116"/>
                </a:cxn>
                <a:cxn ang="0">
                  <a:pos x="142" y="108"/>
                </a:cxn>
                <a:cxn ang="0">
                  <a:pos x="142" y="108"/>
                </a:cxn>
                <a:cxn ang="0">
                  <a:pos x="94" y="78"/>
                </a:cxn>
                <a:cxn ang="0">
                  <a:pos x="74" y="64"/>
                </a:cxn>
                <a:cxn ang="0">
                  <a:pos x="54" y="44"/>
                </a:cxn>
                <a:cxn ang="0">
                  <a:pos x="54" y="44"/>
                </a:cxn>
                <a:cxn ang="0">
                  <a:pos x="34" y="24"/>
                </a:cxn>
                <a:cxn ang="0">
                  <a:pos x="18" y="1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" y="18"/>
                </a:cxn>
                <a:cxn ang="0">
                  <a:pos x="24" y="34"/>
                </a:cxn>
                <a:cxn ang="0">
                  <a:pos x="44" y="54"/>
                </a:cxn>
                <a:cxn ang="0">
                  <a:pos x="44" y="54"/>
                </a:cxn>
                <a:cxn ang="0">
                  <a:pos x="64" y="74"/>
                </a:cxn>
                <a:cxn ang="0">
                  <a:pos x="78" y="94"/>
                </a:cxn>
                <a:cxn ang="0">
                  <a:pos x="108" y="142"/>
                </a:cxn>
                <a:cxn ang="0">
                  <a:pos x="108" y="142"/>
                </a:cxn>
                <a:cxn ang="0">
                  <a:pos x="116" y="156"/>
                </a:cxn>
                <a:cxn ang="0">
                  <a:pos x="128" y="168"/>
                </a:cxn>
                <a:cxn ang="0">
                  <a:pos x="140" y="178"/>
                </a:cxn>
                <a:cxn ang="0">
                  <a:pos x="152" y="186"/>
                </a:cxn>
                <a:cxn ang="0">
                  <a:pos x="178" y="202"/>
                </a:cxn>
                <a:cxn ang="0">
                  <a:pos x="200" y="216"/>
                </a:cxn>
                <a:cxn ang="0">
                  <a:pos x="200" y="216"/>
                </a:cxn>
                <a:cxn ang="0">
                  <a:pos x="218" y="230"/>
                </a:cxn>
                <a:cxn ang="0">
                  <a:pos x="234" y="246"/>
                </a:cxn>
                <a:cxn ang="0">
                  <a:pos x="248" y="266"/>
                </a:cxn>
                <a:cxn ang="0">
                  <a:pos x="262" y="288"/>
                </a:cxn>
                <a:cxn ang="0">
                  <a:pos x="262" y="288"/>
                </a:cxn>
                <a:cxn ang="0">
                  <a:pos x="272" y="298"/>
                </a:cxn>
                <a:cxn ang="0">
                  <a:pos x="280" y="310"/>
                </a:cxn>
                <a:cxn ang="0">
                  <a:pos x="300" y="328"/>
                </a:cxn>
                <a:cxn ang="0">
                  <a:pos x="316" y="340"/>
                </a:cxn>
                <a:cxn ang="0">
                  <a:pos x="322" y="344"/>
                </a:cxn>
                <a:cxn ang="0">
                  <a:pos x="344" y="322"/>
                </a:cxn>
              </a:cxnLst>
              <a:rect l="0" t="0" r="r" b="b"/>
              <a:pathLst>
                <a:path w="344" h="344">
                  <a:moveTo>
                    <a:pt x="344" y="322"/>
                  </a:moveTo>
                  <a:lnTo>
                    <a:pt x="344" y="322"/>
                  </a:lnTo>
                  <a:lnTo>
                    <a:pt x="340" y="316"/>
                  </a:lnTo>
                  <a:lnTo>
                    <a:pt x="328" y="300"/>
                  </a:lnTo>
                  <a:lnTo>
                    <a:pt x="310" y="280"/>
                  </a:lnTo>
                  <a:lnTo>
                    <a:pt x="298" y="272"/>
                  </a:lnTo>
                  <a:lnTo>
                    <a:pt x="288" y="262"/>
                  </a:lnTo>
                  <a:lnTo>
                    <a:pt x="288" y="262"/>
                  </a:lnTo>
                  <a:lnTo>
                    <a:pt x="266" y="248"/>
                  </a:lnTo>
                  <a:lnTo>
                    <a:pt x="246" y="234"/>
                  </a:lnTo>
                  <a:lnTo>
                    <a:pt x="230" y="218"/>
                  </a:lnTo>
                  <a:lnTo>
                    <a:pt x="216" y="200"/>
                  </a:lnTo>
                  <a:lnTo>
                    <a:pt x="216" y="200"/>
                  </a:lnTo>
                  <a:lnTo>
                    <a:pt x="202" y="178"/>
                  </a:lnTo>
                  <a:lnTo>
                    <a:pt x="186" y="152"/>
                  </a:lnTo>
                  <a:lnTo>
                    <a:pt x="178" y="140"/>
                  </a:lnTo>
                  <a:lnTo>
                    <a:pt x="168" y="128"/>
                  </a:lnTo>
                  <a:lnTo>
                    <a:pt x="156" y="116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94" y="78"/>
                  </a:lnTo>
                  <a:lnTo>
                    <a:pt x="74" y="64"/>
                  </a:lnTo>
                  <a:lnTo>
                    <a:pt x="54" y="44"/>
                  </a:lnTo>
                  <a:lnTo>
                    <a:pt x="54" y="44"/>
                  </a:lnTo>
                  <a:lnTo>
                    <a:pt x="34" y="24"/>
                  </a:lnTo>
                  <a:lnTo>
                    <a:pt x="18" y="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18"/>
                  </a:lnTo>
                  <a:lnTo>
                    <a:pt x="24" y="34"/>
                  </a:lnTo>
                  <a:lnTo>
                    <a:pt x="44" y="54"/>
                  </a:lnTo>
                  <a:lnTo>
                    <a:pt x="44" y="54"/>
                  </a:lnTo>
                  <a:lnTo>
                    <a:pt x="64" y="74"/>
                  </a:lnTo>
                  <a:lnTo>
                    <a:pt x="78" y="94"/>
                  </a:lnTo>
                  <a:lnTo>
                    <a:pt x="108" y="142"/>
                  </a:lnTo>
                  <a:lnTo>
                    <a:pt x="108" y="142"/>
                  </a:lnTo>
                  <a:lnTo>
                    <a:pt x="116" y="156"/>
                  </a:lnTo>
                  <a:lnTo>
                    <a:pt x="128" y="168"/>
                  </a:lnTo>
                  <a:lnTo>
                    <a:pt x="140" y="178"/>
                  </a:lnTo>
                  <a:lnTo>
                    <a:pt x="152" y="186"/>
                  </a:lnTo>
                  <a:lnTo>
                    <a:pt x="178" y="202"/>
                  </a:lnTo>
                  <a:lnTo>
                    <a:pt x="200" y="216"/>
                  </a:lnTo>
                  <a:lnTo>
                    <a:pt x="200" y="216"/>
                  </a:lnTo>
                  <a:lnTo>
                    <a:pt x="218" y="230"/>
                  </a:lnTo>
                  <a:lnTo>
                    <a:pt x="234" y="246"/>
                  </a:lnTo>
                  <a:lnTo>
                    <a:pt x="248" y="266"/>
                  </a:lnTo>
                  <a:lnTo>
                    <a:pt x="262" y="288"/>
                  </a:lnTo>
                  <a:lnTo>
                    <a:pt x="262" y="288"/>
                  </a:lnTo>
                  <a:lnTo>
                    <a:pt x="272" y="298"/>
                  </a:lnTo>
                  <a:lnTo>
                    <a:pt x="280" y="310"/>
                  </a:lnTo>
                  <a:lnTo>
                    <a:pt x="300" y="328"/>
                  </a:lnTo>
                  <a:lnTo>
                    <a:pt x="316" y="340"/>
                  </a:lnTo>
                  <a:lnTo>
                    <a:pt x="322" y="344"/>
                  </a:lnTo>
                  <a:lnTo>
                    <a:pt x="344" y="32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Freeform 146"/>
            <p:cNvSpPr/>
            <p:nvPr/>
          </p:nvSpPr>
          <p:spPr bwMode="auto">
            <a:xfrm>
              <a:off x="4156075" y="3013075"/>
              <a:ext cx="120650" cy="120650"/>
            </a:xfrm>
            <a:custGeom>
              <a:avLst/>
              <a:gdLst/>
              <a:ahLst/>
              <a:cxnLst>
                <a:cxn ang="0">
                  <a:pos x="30" y="46"/>
                </a:cxn>
                <a:cxn ang="0">
                  <a:pos x="30" y="46"/>
                </a:cxn>
                <a:cxn ang="0">
                  <a:pos x="42" y="56"/>
                </a:cxn>
                <a:cxn ang="0">
                  <a:pos x="54" y="66"/>
                </a:cxn>
                <a:cxn ang="0">
                  <a:pos x="66" y="72"/>
                </a:cxn>
                <a:cxn ang="0">
                  <a:pos x="76" y="76"/>
                </a:cxn>
                <a:cxn ang="0">
                  <a:pos x="76" y="76"/>
                </a:cxn>
                <a:cxn ang="0">
                  <a:pos x="72" y="66"/>
                </a:cxn>
                <a:cxn ang="0">
                  <a:pos x="66" y="54"/>
                </a:cxn>
                <a:cxn ang="0">
                  <a:pos x="56" y="42"/>
                </a:cxn>
                <a:cxn ang="0">
                  <a:pos x="46" y="30"/>
                </a:cxn>
                <a:cxn ang="0">
                  <a:pos x="46" y="30"/>
                </a:cxn>
                <a:cxn ang="0">
                  <a:pos x="34" y="18"/>
                </a:cxn>
                <a:cxn ang="0">
                  <a:pos x="22" y="10"/>
                </a:cxn>
                <a:cxn ang="0">
                  <a:pos x="10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" y="10"/>
                </a:cxn>
                <a:cxn ang="0">
                  <a:pos x="10" y="22"/>
                </a:cxn>
                <a:cxn ang="0">
                  <a:pos x="18" y="34"/>
                </a:cxn>
                <a:cxn ang="0">
                  <a:pos x="30" y="46"/>
                </a:cxn>
                <a:cxn ang="0">
                  <a:pos x="30" y="46"/>
                </a:cxn>
              </a:cxnLst>
              <a:rect l="0" t="0" r="r" b="b"/>
              <a:pathLst>
                <a:path w="76" h="76">
                  <a:moveTo>
                    <a:pt x="30" y="46"/>
                  </a:moveTo>
                  <a:lnTo>
                    <a:pt x="30" y="46"/>
                  </a:lnTo>
                  <a:lnTo>
                    <a:pt x="42" y="56"/>
                  </a:lnTo>
                  <a:lnTo>
                    <a:pt x="54" y="66"/>
                  </a:lnTo>
                  <a:lnTo>
                    <a:pt x="66" y="72"/>
                  </a:lnTo>
                  <a:lnTo>
                    <a:pt x="76" y="76"/>
                  </a:lnTo>
                  <a:lnTo>
                    <a:pt x="76" y="76"/>
                  </a:lnTo>
                  <a:lnTo>
                    <a:pt x="72" y="66"/>
                  </a:lnTo>
                  <a:lnTo>
                    <a:pt x="66" y="54"/>
                  </a:lnTo>
                  <a:lnTo>
                    <a:pt x="56" y="42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34" y="18"/>
                  </a:lnTo>
                  <a:lnTo>
                    <a:pt x="22" y="10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10"/>
                  </a:lnTo>
                  <a:lnTo>
                    <a:pt x="10" y="22"/>
                  </a:lnTo>
                  <a:lnTo>
                    <a:pt x="18" y="34"/>
                  </a:lnTo>
                  <a:lnTo>
                    <a:pt x="30" y="46"/>
                  </a:lnTo>
                  <a:lnTo>
                    <a:pt x="30" y="4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Freeform 147"/>
            <p:cNvSpPr/>
            <p:nvPr/>
          </p:nvSpPr>
          <p:spPr bwMode="auto">
            <a:xfrm>
              <a:off x="4235450" y="2616200"/>
              <a:ext cx="346075" cy="768350"/>
            </a:xfrm>
            <a:custGeom>
              <a:avLst/>
              <a:gdLst/>
              <a:ahLst/>
              <a:cxnLst>
                <a:cxn ang="0">
                  <a:pos x="2" y="28"/>
                </a:cxn>
                <a:cxn ang="0">
                  <a:pos x="4" y="50"/>
                </a:cxn>
                <a:cxn ang="0">
                  <a:pos x="22" y="100"/>
                </a:cxn>
                <a:cxn ang="0">
                  <a:pos x="22" y="100"/>
                </a:cxn>
                <a:cxn ang="0">
                  <a:pos x="36" y="134"/>
                </a:cxn>
                <a:cxn ang="0">
                  <a:pos x="46" y="202"/>
                </a:cxn>
                <a:cxn ang="0">
                  <a:pos x="50" y="216"/>
                </a:cxn>
                <a:cxn ang="0">
                  <a:pos x="64" y="252"/>
                </a:cxn>
                <a:cxn ang="0">
                  <a:pos x="92" y="292"/>
                </a:cxn>
                <a:cxn ang="0">
                  <a:pos x="106" y="310"/>
                </a:cxn>
                <a:cxn ang="0">
                  <a:pos x="124" y="348"/>
                </a:cxn>
                <a:cxn ang="0">
                  <a:pos x="134" y="396"/>
                </a:cxn>
                <a:cxn ang="0">
                  <a:pos x="138" y="410"/>
                </a:cxn>
                <a:cxn ang="0">
                  <a:pos x="154" y="448"/>
                </a:cxn>
                <a:cxn ang="0">
                  <a:pos x="170" y="476"/>
                </a:cxn>
                <a:cxn ang="0">
                  <a:pos x="182" y="480"/>
                </a:cxn>
                <a:cxn ang="0">
                  <a:pos x="216" y="456"/>
                </a:cxn>
                <a:cxn ang="0">
                  <a:pos x="214" y="448"/>
                </a:cxn>
                <a:cxn ang="0">
                  <a:pos x="200" y="400"/>
                </a:cxn>
                <a:cxn ang="0">
                  <a:pos x="184" y="374"/>
                </a:cxn>
                <a:cxn ang="0">
                  <a:pos x="170" y="354"/>
                </a:cxn>
                <a:cxn ang="0">
                  <a:pos x="150" y="314"/>
                </a:cxn>
                <a:cxn ang="0">
                  <a:pos x="140" y="272"/>
                </a:cxn>
                <a:cxn ang="0">
                  <a:pos x="138" y="248"/>
                </a:cxn>
                <a:cxn ang="0">
                  <a:pos x="124" y="200"/>
                </a:cxn>
                <a:cxn ang="0">
                  <a:pos x="110" y="176"/>
                </a:cxn>
                <a:cxn ang="0">
                  <a:pos x="90" y="148"/>
                </a:cxn>
                <a:cxn ang="0">
                  <a:pos x="62" y="104"/>
                </a:cxn>
                <a:cxn ang="0">
                  <a:pos x="54" y="86"/>
                </a:cxn>
                <a:cxn ang="0">
                  <a:pos x="32" y="40"/>
                </a:cxn>
                <a:cxn ang="0">
                  <a:pos x="20" y="22"/>
                </a:cxn>
                <a:cxn ang="0">
                  <a:pos x="2" y="28"/>
                </a:cxn>
              </a:cxnLst>
              <a:rect l="0" t="0" r="r" b="b"/>
              <a:pathLst>
                <a:path w="218" h="484">
                  <a:moveTo>
                    <a:pt x="2" y="28"/>
                  </a:moveTo>
                  <a:lnTo>
                    <a:pt x="2" y="28"/>
                  </a:lnTo>
                  <a:lnTo>
                    <a:pt x="2" y="36"/>
                  </a:lnTo>
                  <a:lnTo>
                    <a:pt x="4" y="50"/>
                  </a:lnTo>
                  <a:lnTo>
                    <a:pt x="12" y="74"/>
                  </a:lnTo>
                  <a:lnTo>
                    <a:pt x="22" y="100"/>
                  </a:lnTo>
                  <a:lnTo>
                    <a:pt x="22" y="100"/>
                  </a:lnTo>
                  <a:lnTo>
                    <a:pt x="22" y="100"/>
                  </a:lnTo>
                  <a:lnTo>
                    <a:pt x="30" y="118"/>
                  </a:lnTo>
                  <a:lnTo>
                    <a:pt x="36" y="134"/>
                  </a:lnTo>
                  <a:lnTo>
                    <a:pt x="42" y="170"/>
                  </a:lnTo>
                  <a:lnTo>
                    <a:pt x="46" y="202"/>
                  </a:lnTo>
                  <a:lnTo>
                    <a:pt x="46" y="202"/>
                  </a:lnTo>
                  <a:lnTo>
                    <a:pt x="50" y="216"/>
                  </a:lnTo>
                  <a:lnTo>
                    <a:pt x="54" y="228"/>
                  </a:lnTo>
                  <a:lnTo>
                    <a:pt x="64" y="252"/>
                  </a:lnTo>
                  <a:lnTo>
                    <a:pt x="78" y="272"/>
                  </a:lnTo>
                  <a:lnTo>
                    <a:pt x="92" y="292"/>
                  </a:lnTo>
                  <a:lnTo>
                    <a:pt x="106" y="310"/>
                  </a:lnTo>
                  <a:lnTo>
                    <a:pt x="106" y="310"/>
                  </a:lnTo>
                  <a:lnTo>
                    <a:pt x="116" y="328"/>
                  </a:lnTo>
                  <a:lnTo>
                    <a:pt x="124" y="348"/>
                  </a:lnTo>
                  <a:lnTo>
                    <a:pt x="130" y="370"/>
                  </a:lnTo>
                  <a:lnTo>
                    <a:pt x="134" y="396"/>
                  </a:lnTo>
                  <a:lnTo>
                    <a:pt x="134" y="396"/>
                  </a:lnTo>
                  <a:lnTo>
                    <a:pt x="138" y="410"/>
                  </a:lnTo>
                  <a:lnTo>
                    <a:pt x="142" y="424"/>
                  </a:lnTo>
                  <a:lnTo>
                    <a:pt x="154" y="448"/>
                  </a:lnTo>
                  <a:lnTo>
                    <a:pt x="164" y="466"/>
                  </a:lnTo>
                  <a:lnTo>
                    <a:pt x="170" y="476"/>
                  </a:lnTo>
                  <a:lnTo>
                    <a:pt x="174" y="484"/>
                  </a:lnTo>
                  <a:lnTo>
                    <a:pt x="182" y="480"/>
                  </a:lnTo>
                  <a:lnTo>
                    <a:pt x="218" y="466"/>
                  </a:lnTo>
                  <a:lnTo>
                    <a:pt x="216" y="456"/>
                  </a:lnTo>
                  <a:lnTo>
                    <a:pt x="216" y="456"/>
                  </a:lnTo>
                  <a:lnTo>
                    <a:pt x="214" y="448"/>
                  </a:lnTo>
                  <a:lnTo>
                    <a:pt x="208" y="426"/>
                  </a:lnTo>
                  <a:lnTo>
                    <a:pt x="200" y="400"/>
                  </a:lnTo>
                  <a:lnTo>
                    <a:pt x="192" y="388"/>
                  </a:lnTo>
                  <a:lnTo>
                    <a:pt x="184" y="374"/>
                  </a:lnTo>
                  <a:lnTo>
                    <a:pt x="184" y="374"/>
                  </a:lnTo>
                  <a:lnTo>
                    <a:pt x="170" y="354"/>
                  </a:lnTo>
                  <a:lnTo>
                    <a:pt x="158" y="334"/>
                  </a:lnTo>
                  <a:lnTo>
                    <a:pt x="150" y="314"/>
                  </a:lnTo>
                  <a:lnTo>
                    <a:pt x="144" y="294"/>
                  </a:lnTo>
                  <a:lnTo>
                    <a:pt x="140" y="272"/>
                  </a:lnTo>
                  <a:lnTo>
                    <a:pt x="140" y="272"/>
                  </a:lnTo>
                  <a:lnTo>
                    <a:pt x="138" y="248"/>
                  </a:lnTo>
                  <a:lnTo>
                    <a:pt x="132" y="224"/>
                  </a:lnTo>
                  <a:lnTo>
                    <a:pt x="124" y="200"/>
                  </a:lnTo>
                  <a:lnTo>
                    <a:pt x="118" y="188"/>
                  </a:lnTo>
                  <a:lnTo>
                    <a:pt x="110" y="176"/>
                  </a:lnTo>
                  <a:lnTo>
                    <a:pt x="90" y="148"/>
                  </a:lnTo>
                  <a:lnTo>
                    <a:pt x="90" y="148"/>
                  </a:lnTo>
                  <a:lnTo>
                    <a:pt x="70" y="120"/>
                  </a:lnTo>
                  <a:lnTo>
                    <a:pt x="62" y="104"/>
                  </a:lnTo>
                  <a:lnTo>
                    <a:pt x="54" y="86"/>
                  </a:lnTo>
                  <a:lnTo>
                    <a:pt x="54" y="86"/>
                  </a:lnTo>
                  <a:lnTo>
                    <a:pt x="44" y="60"/>
                  </a:lnTo>
                  <a:lnTo>
                    <a:pt x="32" y="40"/>
                  </a:lnTo>
                  <a:lnTo>
                    <a:pt x="24" y="26"/>
                  </a:lnTo>
                  <a:lnTo>
                    <a:pt x="20" y="22"/>
                  </a:lnTo>
                  <a:lnTo>
                    <a:pt x="0" y="0"/>
                  </a:lnTo>
                  <a:lnTo>
                    <a:pt x="2" y="2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Freeform 148"/>
            <p:cNvSpPr/>
            <p:nvPr/>
          </p:nvSpPr>
          <p:spPr bwMode="auto">
            <a:xfrm>
              <a:off x="4254500" y="2660650"/>
              <a:ext cx="307975" cy="701675"/>
            </a:xfrm>
            <a:custGeom>
              <a:avLst/>
              <a:gdLst/>
              <a:ahLst/>
              <a:cxnLst>
                <a:cxn ang="0">
                  <a:pos x="194" y="430"/>
                </a:cxn>
                <a:cxn ang="0">
                  <a:pos x="194" y="430"/>
                </a:cxn>
                <a:cxn ang="0">
                  <a:pos x="192" y="422"/>
                </a:cxn>
                <a:cxn ang="0">
                  <a:pos x="188" y="402"/>
                </a:cxn>
                <a:cxn ang="0">
                  <a:pos x="178" y="378"/>
                </a:cxn>
                <a:cxn ang="0">
                  <a:pos x="172" y="366"/>
                </a:cxn>
                <a:cxn ang="0">
                  <a:pos x="164" y="354"/>
                </a:cxn>
                <a:cxn ang="0">
                  <a:pos x="164" y="354"/>
                </a:cxn>
                <a:cxn ang="0">
                  <a:pos x="150" y="332"/>
                </a:cxn>
                <a:cxn ang="0">
                  <a:pos x="138" y="312"/>
                </a:cxn>
                <a:cxn ang="0">
                  <a:pos x="128" y="290"/>
                </a:cxn>
                <a:cxn ang="0">
                  <a:pos x="122" y="268"/>
                </a:cxn>
                <a:cxn ang="0">
                  <a:pos x="122" y="268"/>
                </a:cxn>
                <a:cxn ang="0">
                  <a:pos x="118" y="242"/>
                </a:cxn>
                <a:cxn ang="0">
                  <a:pos x="114" y="212"/>
                </a:cxn>
                <a:cxn ang="0">
                  <a:pos x="110" y="198"/>
                </a:cxn>
                <a:cxn ang="0">
                  <a:pos x="106" y="182"/>
                </a:cxn>
                <a:cxn ang="0">
                  <a:pos x="98" y="168"/>
                </a:cxn>
                <a:cxn ang="0">
                  <a:pos x="90" y="154"/>
                </a:cxn>
                <a:cxn ang="0">
                  <a:pos x="90" y="154"/>
                </a:cxn>
                <a:cxn ang="0">
                  <a:pos x="56" y="108"/>
                </a:cxn>
                <a:cxn ang="0">
                  <a:pos x="44" y="88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22" y="36"/>
                </a:cxn>
                <a:cxn ang="0">
                  <a:pos x="12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0"/>
                </a:cxn>
                <a:cxn ang="0">
                  <a:pos x="8" y="42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0" y="92"/>
                </a:cxn>
                <a:cxn ang="0">
                  <a:pos x="36" y="116"/>
                </a:cxn>
                <a:cxn ang="0">
                  <a:pos x="44" y="172"/>
                </a:cxn>
                <a:cxn ang="0">
                  <a:pos x="44" y="172"/>
                </a:cxn>
                <a:cxn ang="0">
                  <a:pos x="48" y="188"/>
                </a:cxn>
                <a:cxn ang="0">
                  <a:pos x="54" y="204"/>
                </a:cxn>
                <a:cxn ang="0">
                  <a:pos x="62" y="218"/>
                </a:cxn>
                <a:cxn ang="0">
                  <a:pos x="70" y="232"/>
                </a:cxn>
                <a:cxn ang="0">
                  <a:pos x="86" y="256"/>
                </a:cxn>
                <a:cxn ang="0">
                  <a:pos x="102" y="276"/>
                </a:cxn>
                <a:cxn ang="0">
                  <a:pos x="102" y="276"/>
                </a:cxn>
                <a:cxn ang="0">
                  <a:pos x="114" y="296"/>
                </a:cxn>
                <a:cxn ang="0">
                  <a:pos x="122" y="318"/>
                </a:cxn>
                <a:cxn ang="0">
                  <a:pos x="128" y="340"/>
                </a:cxn>
                <a:cxn ang="0">
                  <a:pos x="132" y="366"/>
                </a:cxn>
                <a:cxn ang="0">
                  <a:pos x="132" y="366"/>
                </a:cxn>
                <a:cxn ang="0">
                  <a:pos x="136" y="380"/>
                </a:cxn>
                <a:cxn ang="0">
                  <a:pos x="140" y="394"/>
                </a:cxn>
                <a:cxn ang="0">
                  <a:pos x="152" y="418"/>
                </a:cxn>
                <a:cxn ang="0">
                  <a:pos x="162" y="434"/>
                </a:cxn>
                <a:cxn ang="0">
                  <a:pos x="166" y="442"/>
                </a:cxn>
                <a:cxn ang="0">
                  <a:pos x="194" y="430"/>
                </a:cxn>
              </a:cxnLst>
              <a:rect l="0" t="0" r="r" b="b"/>
              <a:pathLst>
                <a:path w="194" h="442">
                  <a:moveTo>
                    <a:pt x="194" y="430"/>
                  </a:moveTo>
                  <a:lnTo>
                    <a:pt x="194" y="430"/>
                  </a:lnTo>
                  <a:lnTo>
                    <a:pt x="192" y="422"/>
                  </a:lnTo>
                  <a:lnTo>
                    <a:pt x="188" y="402"/>
                  </a:lnTo>
                  <a:lnTo>
                    <a:pt x="178" y="378"/>
                  </a:lnTo>
                  <a:lnTo>
                    <a:pt x="172" y="366"/>
                  </a:lnTo>
                  <a:lnTo>
                    <a:pt x="164" y="354"/>
                  </a:lnTo>
                  <a:lnTo>
                    <a:pt x="164" y="354"/>
                  </a:lnTo>
                  <a:lnTo>
                    <a:pt x="150" y="332"/>
                  </a:lnTo>
                  <a:lnTo>
                    <a:pt x="138" y="312"/>
                  </a:lnTo>
                  <a:lnTo>
                    <a:pt x="128" y="290"/>
                  </a:lnTo>
                  <a:lnTo>
                    <a:pt x="122" y="268"/>
                  </a:lnTo>
                  <a:lnTo>
                    <a:pt x="122" y="268"/>
                  </a:lnTo>
                  <a:lnTo>
                    <a:pt x="118" y="242"/>
                  </a:lnTo>
                  <a:lnTo>
                    <a:pt x="114" y="212"/>
                  </a:lnTo>
                  <a:lnTo>
                    <a:pt x="110" y="198"/>
                  </a:lnTo>
                  <a:lnTo>
                    <a:pt x="106" y="182"/>
                  </a:lnTo>
                  <a:lnTo>
                    <a:pt x="98" y="168"/>
                  </a:lnTo>
                  <a:lnTo>
                    <a:pt x="90" y="154"/>
                  </a:lnTo>
                  <a:lnTo>
                    <a:pt x="90" y="154"/>
                  </a:lnTo>
                  <a:lnTo>
                    <a:pt x="56" y="108"/>
                  </a:lnTo>
                  <a:lnTo>
                    <a:pt x="44" y="88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22" y="36"/>
                  </a:lnTo>
                  <a:lnTo>
                    <a:pt x="12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0"/>
                  </a:lnTo>
                  <a:lnTo>
                    <a:pt x="8" y="42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0" y="92"/>
                  </a:lnTo>
                  <a:lnTo>
                    <a:pt x="36" y="116"/>
                  </a:lnTo>
                  <a:lnTo>
                    <a:pt x="44" y="172"/>
                  </a:lnTo>
                  <a:lnTo>
                    <a:pt x="44" y="172"/>
                  </a:lnTo>
                  <a:lnTo>
                    <a:pt x="48" y="188"/>
                  </a:lnTo>
                  <a:lnTo>
                    <a:pt x="54" y="204"/>
                  </a:lnTo>
                  <a:lnTo>
                    <a:pt x="62" y="218"/>
                  </a:lnTo>
                  <a:lnTo>
                    <a:pt x="70" y="232"/>
                  </a:lnTo>
                  <a:lnTo>
                    <a:pt x="86" y="256"/>
                  </a:lnTo>
                  <a:lnTo>
                    <a:pt x="102" y="276"/>
                  </a:lnTo>
                  <a:lnTo>
                    <a:pt x="102" y="276"/>
                  </a:lnTo>
                  <a:lnTo>
                    <a:pt x="114" y="296"/>
                  </a:lnTo>
                  <a:lnTo>
                    <a:pt x="122" y="318"/>
                  </a:lnTo>
                  <a:lnTo>
                    <a:pt x="128" y="340"/>
                  </a:lnTo>
                  <a:lnTo>
                    <a:pt x="132" y="366"/>
                  </a:lnTo>
                  <a:lnTo>
                    <a:pt x="132" y="366"/>
                  </a:lnTo>
                  <a:lnTo>
                    <a:pt x="136" y="380"/>
                  </a:lnTo>
                  <a:lnTo>
                    <a:pt x="140" y="394"/>
                  </a:lnTo>
                  <a:lnTo>
                    <a:pt x="152" y="418"/>
                  </a:lnTo>
                  <a:lnTo>
                    <a:pt x="162" y="434"/>
                  </a:lnTo>
                  <a:lnTo>
                    <a:pt x="166" y="442"/>
                  </a:lnTo>
                  <a:lnTo>
                    <a:pt x="194" y="4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Freeform 149"/>
            <p:cNvSpPr/>
            <p:nvPr/>
          </p:nvSpPr>
          <p:spPr bwMode="auto">
            <a:xfrm>
              <a:off x="4346575" y="2886075"/>
              <a:ext cx="66675" cy="155575"/>
            </a:xfrm>
            <a:custGeom>
              <a:avLst/>
              <a:gdLst/>
              <a:ahLst/>
              <a:cxnLst>
                <a:cxn ang="0">
                  <a:pos x="10" y="54"/>
                </a:cxn>
                <a:cxn ang="0">
                  <a:pos x="10" y="54"/>
                </a:cxn>
                <a:cxn ang="0">
                  <a:pos x="18" y="68"/>
                </a:cxn>
                <a:cxn ang="0">
                  <a:pos x="26" y="82"/>
                </a:cxn>
                <a:cxn ang="0">
                  <a:pos x="34" y="92"/>
                </a:cxn>
                <a:cxn ang="0">
                  <a:pos x="42" y="98"/>
                </a:cxn>
                <a:cxn ang="0">
                  <a:pos x="42" y="98"/>
                </a:cxn>
                <a:cxn ang="0">
                  <a:pos x="42" y="88"/>
                </a:cxn>
                <a:cxn ang="0">
                  <a:pos x="40" y="76"/>
                </a:cxn>
                <a:cxn ang="0">
                  <a:pos x="36" y="60"/>
                </a:cxn>
                <a:cxn ang="0">
                  <a:pos x="30" y="44"/>
                </a:cxn>
                <a:cxn ang="0">
                  <a:pos x="30" y="44"/>
                </a:cxn>
                <a:cxn ang="0">
                  <a:pos x="24" y="30"/>
                </a:cxn>
                <a:cxn ang="0">
                  <a:pos x="16" y="16"/>
                </a:cxn>
                <a:cxn ang="0">
                  <a:pos x="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2" y="22"/>
                </a:cxn>
                <a:cxn ang="0">
                  <a:pos x="6" y="38"/>
                </a:cxn>
                <a:cxn ang="0">
                  <a:pos x="10" y="54"/>
                </a:cxn>
                <a:cxn ang="0">
                  <a:pos x="10" y="54"/>
                </a:cxn>
              </a:cxnLst>
              <a:rect l="0" t="0" r="r" b="b"/>
              <a:pathLst>
                <a:path w="42" h="98">
                  <a:moveTo>
                    <a:pt x="10" y="54"/>
                  </a:moveTo>
                  <a:lnTo>
                    <a:pt x="10" y="54"/>
                  </a:lnTo>
                  <a:lnTo>
                    <a:pt x="18" y="68"/>
                  </a:lnTo>
                  <a:lnTo>
                    <a:pt x="26" y="82"/>
                  </a:lnTo>
                  <a:lnTo>
                    <a:pt x="34" y="92"/>
                  </a:lnTo>
                  <a:lnTo>
                    <a:pt x="42" y="98"/>
                  </a:lnTo>
                  <a:lnTo>
                    <a:pt x="42" y="98"/>
                  </a:lnTo>
                  <a:lnTo>
                    <a:pt x="42" y="88"/>
                  </a:lnTo>
                  <a:lnTo>
                    <a:pt x="40" y="76"/>
                  </a:lnTo>
                  <a:lnTo>
                    <a:pt x="36" y="60"/>
                  </a:lnTo>
                  <a:lnTo>
                    <a:pt x="30" y="44"/>
                  </a:lnTo>
                  <a:lnTo>
                    <a:pt x="30" y="44"/>
                  </a:lnTo>
                  <a:lnTo>
                    <a:pt x="24" y="30"/>
                  </a:lnTo>
                  <a:lnTo>
                    <a:pt x="16" y="16"/>
                  </a:lnTo>
                  <a:lnTo>
                    <a:pt x="8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2" y="22"/>
                  </a:lnTo>
                  <a:lnTo>
                    <a:pt x="6" y="38"/>
                  </a:lnTo>
                  <a:lnTo>
                    <a:pt x="10" y="54"/>
                  </a:lnTo>
                  <a:lnTo>
                    <a:pt x="10" y="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Freeform 150"/>
            <p:cNvSpPr/>
            <p:nvPr/>
          </p:nvSpPr>
          <p:spPr bwMode="auto">
            <a:xfrm>
              <a:off x="4562475" y="2616200"/>
              <a:ext cx="346075" cy="768350"/>
            </a:xfrm>
            <a:custGeom>
              <a:avLst/>
              <a:gdLst/>
              <a:ahLst/>
              <a:cxnLst>
                <a:cxn ang="0">
                  <a:pos x="198" y="22"/>
                </a:cxn>
                <a:cxn ang="0">
                  <a:pos x="186" y="40"/>
                </a:cxn>
                <a:cxn ang="0">
                  <a:pos x="164" y="86"/>
                </a:cxn>
                <a:cxn ang="0">
                  <a:pos x="164" y="86"/>
                </a:cxn>
                <a:cxn ang="0">
                  <a:pos x="148" y="120"/>
                </a:cxn>
                <a:cxn ang="0">
                  <a:pos x="108" y="176"/>
                </a:cxn>
                <a:cxn ang="0">
                  <a:pos x="100" y="188"/>
                </a:cxn>
                <a:cxn ang="0">
                  <a:pos x="86" y="224"/>
                </a:cxn>
                <a:cxn ang="0">
                  <a:pos x="78" y="272"/>
                </a:cxn>
                <a:cxn ang="0">
                  <a:pos x="74" y="294"/>
                </a:cxn>
                <a:cxn ang="0">
                  <a:pos x="60" y="334"/>
                </a:cxn>
                <a:cxn ang="0">
                  <a:pos x="34" y="374"/>
                </a:cxn>
                <a:cxn ang="0">
                  <a:pos x="26" y="388"/>
                </a:cxn>
                <a:cxn ang="0">
                  <a:pos x="10" y="426"/>
                </a:cxn>
                <a:cxn ang="0">
                  <a:pos x="2" y="456"/>
                </a:cxn>
                <a:cxn ang="0">
                  <a:pos x="8" y="468"/>
                </a:cxn>
                <a:cxn ang="0">
                  <a:pos x="48" y="476"/>
                </a:cxn>
                <a:cxn ang="0">
                  <a:pos x="54" y="468"/>
                </a:cxn>
                <a:cxn ang="0">
                  <a:pos x="76" y="424"/>
                </a:cxn>
                <a:cxn ang="0">
                  <a:pos x="84" y="396"/>
                </a:cxn>
                <a:cxn ang="0">
                  <a:pos x="88" y="370"/>
                </a:cxn>
                <a:cxn ang="0">
                  <a:pos x="102" y="328"/>
                </a:cxn>
                <a:cxn ang="0">
                  <a:pos x="126" y="292"/>
                </a:cxn>
                <a:cxn ang="0">
                  <a:pos x="140" y="272"/>
                </a:cxn>
                <a:cxn ang="0">
                  <a:pos x="164" y="228"/>
                </a:cxn>
                <a:cxn ang="0">
                  <a:pos x="172" y="202"/>
                </a:cxn>
                <a:cxn ang="0">
                  <a:pos x="176" y="170"/>
                </a:cxn>
                <a:cxn ang="0">
                  <a:pos x="182" y="134"/>
                </a:cxn>
                <a:cxn ang="0">
                  <a:pos x="196" y="100"/>
                </a:cxn>
                <a:cxn ang="0">
                  <a:pos x="206" y="74"/>
                </a:cxn>
                <a:cxn ang="0">
                  <a:pos x="216" y="36"/>
                </a:cxn>
                <a:cxn ang="0">
                  <a:pos x="218" y="0"/>
                </a:cxn>
              </a:cxnLst>
              <a:rect l="0" t="0" r="r" b="b"/>
              <a:pathLst>
                <a:path w="218" h="484">
                  <a:moveTo>
                    <a:pt x="198" y="22"/>
                  </a:moveTo>
                  <a:lnTo>
                    <a:pt x="198" y="22"/>
                  </a:lnTo>
                  <a:lnTo>
                    <a:pt x="194" y="26"/>
                  </a:lnTo>
                  <a:lnTo>
                    <a:pt x="186" y="40"/>
                  </a:lnTo>
                  <a:lnTo>
                    <a:pt x="174" y="60"/>
                  </a:lnTo>
                  <a:lnTo>
                    <a:pt x="164" y="86"/>
                  </a:lnTo>
                  <a:lnTo>
                    <a:pt x="164" y="86"/>
                  </a:lnTo>
                  <a:lnTo>
                    <a:pt x="164" y="86"/>
                  </a:lnTo>
                  <a:lnTo>
                    <a:pt x="156" y="104"/>
                  </a:lnTo>
                  <a:lnTo>
                    <a:pt x="148" y="120"/>
                  </a:lnTo>
                  <a:lnTo>
                    <a:pt x="128" y="148"/>
                  </a:lnTo>
                  <a:lnTo>
                    <a:pt x="108" y="176"/>
                  </a:lnTo>
                  <a:lnTo>
                    <a:pt x="108" y="176"/>
                  </a:lnTo>
                  <a:lnTo>
                    <a:pt x="100" y="188"/>
                  </a:lnTo>
                  <a:lnTo>
                    <a:pt x="94" y="200"/>
                  </a:lnTo>
                  <a:lnTo>
                    <a:pt x="86" y="224"/>
                  </a:lnTo>
                  <a:lnTo>
                    <a:pt x="80" y="248"/>
                  </a:lnTo>
                  <a:lnTo>
                    <a:pt x="78" y="272"/>
                  </a:lnTo>
                  <a:lnTo>
                    <a:pt x="74" y="294"/>
                  </a:lnTo>
                  <a:lnTo>
                    <a:pt x="74" y="294"/>
                  </a:lnTo>
                  <a:lnTo>
                    <a:pt x="68" y="314"/>
                  </a:lnTo>
                  <a:lnTo>
                    <a:pt x="60" y="334"/>
                  </a:lnTo>
                  <a:lnTo>
                    <a:pt x="48" y="354"/>
                  </a:lnTo>
                  <a:lnTo>
                    <a:pt x="34" y="374"/>
                  </a:lnTo>
                  <a:lnTo>
                    <a:pt x="34" y="374"/>
                  </a:lnTo>
                  <a:lnTo>
                    <a:pt x="26" y="388"/>
                  </a:lnTo>
                  <a:lnTo>
                    <a:pt x="20" y="400"/>
                  </a:lnTo>
                  <a:lnTo>
                    <a:pt x="10" y="426"/>
                  </a:lnTo>
                  <a:lnTo>
                    <a:pt x="4" y="446"/>
                  </a:lnTo>
                  <a:lnTo>
                    <a:pt x="2" y="456"/>
                  </a:lnTo>
                  <a:lnTo>
                    <a:pt x="0" y="466"/>
                  </a:lnTo>
                  <a:lnTo>
                    <a:pt x="8" y="468"/>
                  </a:lnTo>
                  <a:lnTo>
                    <a:pt x="44" y="484"/>
                  </a:lnTo>
                  <a:lnTo>
                    <a:pt x="48" y="476"/>
                  </a:lnTo>
                  <a:lnTo>
                    <a:pt x="48" y="476"/>
                  </a:lnTo>
                  <a:lnTo>
                    <a:pt x="54" y="468"/>
                  </a:lnTo>
                  <a:lnTo>
                    <a:pt x="64" y="450"/>
                  </a:lnTo>
                  <a:lnTo>
                    <a:pt x="76" y="424"/>
                  </a:lnTo>
                  <a:lnTo>
                    <a:pt x="80" y="410"/>
                  </a:lnTo>
                  <a:lnTo>
                    <a:pt x="84" y="396"/>
                  </a:lnTo>
                  <a:lnTo>
                    <a:pt x="84" y="396"/>
                  </a:lnTo>
                  <a:lnTo>
                    <a:pt x="88" y="370"/>
                  </a:lnTo>
                  <a:lnTo>
                    <a:pt x="94" y="348"/>
                  </a:lnTo>
                  <a:lnTo>
                    <a:pt x="102" y="328"/>
                  </a:lnTo>
                  <a:lnTo>
                    <a:pt x="112" y="310"/>
                  </a:lnTo>
                  <a:lnTo>
                    <a:pt x="126" y="292"/>
                  </a:lnTo>
                  <a:lnTo>
                    <a:pt x="126" y="292"/>
                  </a:lnTo>
                  <a:lnTo>
                    <a:pt x="140" y="272"/>
                  </a:lnTo>
                  <a:lnTo>
                    <a:pt x="154" y="252"/>
                  </a:lnTo>
                  <a:lnTo>
                    <a:pt x="164" y="228"/>
                  </a:lnTo>
                  <a:lnTo>
                    <a:pt x="168" y="216"/>
                  </a:lnTo>
                  <a:lnTo>
                    <a:pt x="172" y="202"/>
                  </a:lnTo>
                  <a:lnTo>
                    <a:pt x="172" y="202"/>
                  </a:lnTo>
                  <a:lnTo>
                    <a:pt x="176" y="170"/>
                  </a:lnTo>
                  <a:lnTo>
                    <a:pt x="176" y="170"/>
                  </a:lnTo>
                  <a:lnTo>
                    <a:pt x="182" y="134"/>
                  </a:lnTo>
                  <a:lnTo>
                    <a:pt x="188" y="118"/>
                  </a:lnTo>
                  <a:lnTo>
                    <a:pt x="196" y="100"/>
                  </a:lnTo>
                  <a:lnTo>
                    <a:pt x="196" y="100"/>
                  </a:lnTo>
                  <a:lnTo>
                    <a:pt x="206" y="74"/>
                  </a:lnTo>
                  <a:lnTo>
                    <a:pt x="214" y="50"/>
                  </a:lnTo>
                  <a:lnTo>
                    <a:pt x="216" y="36"/>
                  </a:lnTo>
                  <a:lnTo>
                    <a:pt x="216" y="28"/>
                  </a:lnTo>
                  <a:lnTo>
                    <a:pt x="218" y="0"/>
                  </a:lnTo>
                  <a:lnTo>
                    <a:pt x="198" y="2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Freeform 151"/>
            <p:cNvSpPr/>
            <p:nvPr/>
          </p:nvSpPr>
          <p:spPr bwMode="auto">
            <a:xfrm>
              <a:off x="4581525" y="2660650"/>
              <a:ext cx="307975" cy="701675"/>
            </a:xfrm>
            <a:custGeom>
              <a:avLst/>
              <a:gdLst/>
              <a:ahLst/>
              <a:cxnLst>
                <a:cxn ang="0">
                  <a:pos x="28" y="442"/>
                </a:cxn>
                <a:cxn ang="0">
                  <a:pos x="28" y="442"/>
                </a:cxn>
                <a:cxn ang="0">
                  <a:pos x="32" y="434"/>
                </a:cxn>
                <a:cxn ang="0">
                  <a:pos x="42" y="418"/>
                </a:cxn>
                <a:cxn ang="0">
                  <a:pos x="54" y="394"/>
                </a:cxn>
                <a:cxn ang="0">
                  <a:pos x="58" y="380"/>
                </a:cxn>
                <a:cxn ang="0">
                  <a:pos x="62" y="366"/>
                </a:cxn>
                <a:cxn ang="0">
                  <a:pos x="62" y="366"/>
                </a:cxn>
                <a:cxn ang="0">
                  <a:pos x="66" y="340"/>
                </a:cxn>
                <a:cxn ang="0">
                  <a:pos x="72" y="318"/>
                </a:cxn>
                <a:cxn ang="0">
                  <a:pos x="80" y="296"/>
                </a:cxn>
                <a:cxn ang="0">
                  <a:pos x="92" y="276"/>
                </a:cxn>
                <a:cxn ang="0">
                  <a:pos x="92" y="276"/>
                </a:cxn>
                <a:cxn ang="0">
                  <a:pos x="108" y="256"/>
                </a:cxn>
                <a:cxn ang="0">
                  <a:pos x="124" y="232"/>
                </a:cxn>
                <a:cxn ang="0">
                  <a:pos x="132" y="218"/>
                </a:cxn>
                <a:cxn ang="0">
                  <a:pos x="140" y="204"/>
                </a:cxn>
                <a:cxn ang="0">
                  <a:pos x="146" y="188"/>
                </a:cxn>
                <a:cxn ang="0">
                  <a:pos x="150" y="172"/>
                </a:cxn>
                <a:cxn ang="0">
                  <a:pos x="150" y="172"/>
                </a:cxn>
                <a:cxn ang="0">
                  <a:pos x="158" y="116"/>
                </a:cxn>
                <a:cxn ang="0">
                  <a:pos x="164" y="92"/>
                </a:cxn>
                <a:cxn ang="0">
                  <a:pos x="174" y="68"/>
                </a:cxn>
                <a:cxn ang="0">
                  <a:pos x="174" y="68"/>
                </a:cxn>
                <a:cxn ang="0">
                  <a:pos x="186" y="42"/>
                </a:cxn>
                <a:cxn ang="0">
                  <a:pos x="192" y="20"/>
                </a:cxn>
                <a:cxn ang="0">
                  <a:pos x="194" y="0"/>
                </a:cxn>
                <a:cxn ang="0">
                  <a:pos x="194" y="0"/>
                </a:cxn>
                <a:cxn ang="0">
                  <a:pos x="194" y="0"/>
                </a:cxn>
                <a:cxn ang="0">
                  <a:pos x="182" y="18"/>
                </a:cxn>
                <a:cxn ang="0">
                  <a:pos x="172" y="36"/>
                </a:cxn>
                <a:cxn ang="0">
                  <a:pos x="162" y="62"/>
                </a:cxn>
                <a:cxn ang="0">
                  <a:pos x="162" y="62"/>
                </a:cxn>
                <a:cxn ang="0">
                  <a:pos x="150" y="88"/>
                </a:cxn>
                <a:cxn ang="0">
                  <a:pos x="138" y="108"/>
                </a:cxn>
                <a:cxn ang="0">
                  <a:pos x="104" y="154"/>
                </a:cxn>
                <a:cxn ang="0">
                  <a:pos x="104" y="154"/>
                </a:cxn>
                <a:cxn ang="0">
                  <a:pos x="96" y="168"/>
                </a:cxn>
                <a:cxn ang="0">
                  <a:pos x="88" y="182"/>
                </a:cxn>
                <a:cxn ang="0">
                  <a:pos x="84" y="198"/>
                </a:cxn>
                <a:cxn ang="0">
                  <a:pos x="80" y="212"/>
                </a:cxn>
                <a:cxn ang="0">
                  <a:pos x="76" y="242"/>
                </a:cxn>
                <a:cxn ang="0">
                  <a:pos x="72" y="268"/>
                </a:cxn>
                <a:cxn ang="0">
                  <a:pos x="72" y="268"/>
                </a:cxn>
                <a:cxn ang="0">
                  <a:pos x="66" y="290"/>
                </a:cxn>
                <a:cxn ang="0">
                  <a:pos x="56" y="312"/>
                </a:cxn>
                <a:cxn ang="0">
                  <a:pos x="44" y="332"/>
                </a:cxn>
                <a:cxn ang="0">
                  <a:pos x="30" y="354"/>
                </a:cxn>
                <a:cxn ang="0">
                  <a:pos x="30" y="354"/>
                </a:cxn>
                <a:cxn ang="0">
                  <a:pos x="22" y="366"/>
                </a:cxn>
                <a:cxn ang="0">
                  <a:pos x="16" y="378"/>
                </a:cxn>
                <a:cxn ang="0">
                  <a:pos x="6" y="402"/>
                </a:cxn>
                <a:cxn ang="0">
                  <a:pos x="2" y="422"/>
                </a:cxn>
                <a:cxn ang="0">
                  <a:pos x="0" y="430"/>
                </a:cxn>
                <a:cxn ang="0">
                  <a:pos x="28" y="442"/>
                </a:cxn>
              </a:cxnLst>
              <a:rect l="0" t="0" r="r" b="b"/>
              <a:pathLst>
                <a:path w="194" h="442">
                  <a:moveTo>
                    <a:pt x="28" y="442"/>
                  </a:moveTo>
                  <a:lnTo>
                    <a:pt x="28" y="442"/>
                  </a:lnTo>
                  <a:lnTo>
                    <a:pt x="32" y="434"/>
                  </a:lnTo>
                  <a:lnTo>
                    <a:pt x="42" y="418"/>
                  </a:lnTo>
                  <a:lnTo>
                    <a:pt x="54" y="394"/>
                  </a:lnTo>
                  <a:lnTo>
                    <a:pt x="58" y="380"/>
                  </a:lnTo>
                  <a:lnTo>
                    <a:pt x="62" y="366"/>
                  </a:lnTo>
                  <a:lnTo>
                    <a:pt x="62" y="366"/>
                  </a:lnTo>
                  <a:lnTo>
                    <a:pt x="66" y="340"/>
                  </a:lnTo>
                  <a:lnTo>
                    <a:pt x="72" y="318"/>
                  </a:lnTo>
                  <a:lnTo>
                    <a:pt x="80" y="296"/>
                  </a:lnTo>
                  <a:lnTo>
                    <a:pt x="92" y="276"/>
                  </a:lnTo>
                  <a:lnTo>
                    <a:pt x="92" y="276"/>
                  </a:lnTo>
                  <a:lnTo>
                    <a:pt x="108" y="256"/>
                  </a:lnTo>
                  <a:lnTo>
                    <a:pt x="124" y="232"/>
                  </a:lnTo>
                  <a:lnTo>
                    <a:pt x="132" y="218"/>
                  </a:lnTo>
                  <a:lnTo>
                    <a:pt x="140" y="204"/>
                  </a:lnTo>
                  <a:lnTo>
                    <a:pt x="146" y="188"/>
                  </a:lnTo>
                  <a:lnTo>
                    <a:pt x="150" y="172"/>
                  </a:lnTo>
                  <a:lnTo>
                    <a:pt x="150" y="172"/>
                  </a:lnTo>
                  <a:lnTo>
                    <a:pt x="158" y="116"/>
                  </a:lnTo>
                  <a:lnTo>
                    <a:pt x="164" y="92"/>
                  </a:lnTo>
                  <a:lnTo>
                    <a:pt x="174" y="68"/>
                  </a:lnTo>
                  <a:lnTo>
                    <a:pt x="174" y="68"/>
                  </a:lnTo>
                  <a:lnTo>
                    <a:pt x="186" y="42"/>
                  </a:lnTo>
                  <a:lnTo>
                    <a:pt x="192" y="20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82" y="18"/>
                  </a:lnTo>
                  <a:lnTo>
                    <a:pt x="172" y="36"/>
                  </a:lnTo>
                  <a:lnTo>
                    <a:pt x="162" y="62"/>
                  </a:lnTo>
                  <a:lnTo>
                    <a:pt x="162" y="62"/>
                  </a:lnTo>
                  <a:lnTo>
                    <a:pt x="150" y="88"/>
                  </a:lnTo>
                  <a:lnTo>
                    <a:pt x="138" y="108"/>
                  </a:lnTo>
                  <a:lnTo>
                    <a:pt x="104" y="154"/>
                  </a:lnTo>
                  <a:lnTo>
                    <a:pt x="104" y="154"/>
                  </a:lnTo>
                  <a:lnTo>
                    <a:pt x="96" y="168"/>
                  </a:lnTo>
                  <a:lnTo>
                    <a:pt x="88" y="182"/>
                  </a:lnTo>
                  <a:lnTo>
                    <a:pt x="84" y="198"/>
                  </a:lnTo>
                  <a:lnTo>
                    <a:pt x="80" y="212"/>
                  </a:lnTo>
                  <a:lnTo>
                    <a:pt x="76" y="242"/>
                  </a:lnTo>
                  <a:lnTo>
                    <a:pt x="72" y="268"/>
                  </a:lnTo>
                  <a:lnTo>
                    <a:pt x="72" y="268"/>
                  </a:lnTo>
                  <a:lnTo>
                    <a:pt x="66" y="290"/>
                  </a:lnTo>
                  <a:lnTo>
                    <a:pt x="56" y="312"/>
                  </a:lnTo>
                  <a:lnTo>
                    <a:pt x="44" y="332"/>
                  </a:lnTo>
                  <a:lnTo>
                    <a:pt x="30" y="354"/>
                  </a:lnTo>
                  <a:lnTo>
                    <a:pt x="30" y="354"/>
                  </a:lnTo>
                  <a:lnTo>
                    <a:pt x="22" y="366"/>
                  </a:lnTo>
                  <a:lnTo>
                    <a:pt x="16" y="378"/>
                  </a:lnTo>
                  <a:lnTo>
                    <a:pt x="6" y="402"/>
                  </a:lnTo>
                  <a:lnTo>
                    <a:pt x="2" y="422"/>
                  </a:lnTo>
                  <a:lnTo>
                    <a:pt x="0" y="430"/>
                  </a:lnTo>
                  <a:lnTo>
                    <a:pt x="28" y="44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Freeform 152"/>
            <p:cNvSpPr/>
            <p:nvPr/>
          </p:nvSpPr>
          <p:spPr bwMode="auto">
            <a:xfrm>
              <a:off x="4730750" y="2886075"/>
              <a:ext cx="66675" cy="155575"/>
            </a:xfrm>
            <a:custGeom>
              <a:avLst/>
              <a:gdLst/>
              <a:ahLst/>
              <a:cxnLst>
                <a:cxn ang="0">
                  <a:pos x="12" y="44"/>
                </a:cxn>
                <a:cxn ang="0">
                  <a:pos x="12" y="44"/>
                </a:cxn>
                <a:cxn ang="0">
                  <a:pos x="6" y="60"/>
                </a:cxn>
                <a:cxn ang="0">
                  <a:pos x="2" y="76"/>
                </a:cxn>
                <a:cxn ang="0">
                  <a:pos x="0" y="88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8" y="92"/>
                </a:cxn>
                <a:cxn ang="0">
                  <a:pos x="16" y="82"/>
                </a:cxn>
                <a:cxn ang="0">
                  <a:pos x="24" y="68"/>
                </a:cxn>
                <a:cxn ang="0">
                  <a:pos x="32" y="54"/>
                </a:cxn>
                <a:cxn ang="0">
                  <a:pos x="32" y="54"/>
                </a:cxn>
                <a:cxn ang="0">
                  <a:pos x="36" y="38"/>
                </a:cxn>
                <a:cxn ang="0">
                  <a:pos x="40" y="22"/>
                </a:cxn>
                <a:cxn ang="0">
                  <a:pos x="42" y="1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4" y="6"/>
                </a:cxn>
                <a:cxn ang="0">
                  <a:pos x="26" y="16"/>
                </a:cxn>
                <a:cxn ang="0">
                  <a:pos x="18" y="30"/>
                </a:cxn>
                <a:cxn ang="0">
                  <a:pos x="12" y="44"/>
                </a:cxn>
                <a:cxn ang="0">
                  <a:pos x="12" y="44"/>
                </a:cxn>
              </a:cxnLst>
              <a:rect l="0" t="0" r="r" b="b"/>
              <a:pathLst>
                <a:path w="42" h="98">
                  <a:moveTo>
                    <a:pt x="12" y="44"/>
                  </a:moveTo>
                  <a:lnTo>
                    <a:pt x="12" y="44"/>
                  </a:lnTo>
                  <a:lnTo>
                    <a:pt x="6" y="60"/>
                  </a:lnTo>
                  <a:lnTo>
                    <a:pt x="2" y="76"/>
                  </a:lnTo>
                  <a:lnTo>
                    <a:pt x="0" y="8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8" y="92"/>
                  </a:lnTo>
                  <a:lnTo>
                    <a:pt x="16" y="82"/>
                  </a:lnTo>
                  <a:lnTo>
                    <a:pt x="24" y="68"/>
                  </a:lnTo>
                  <a:lnTo>
                    <a:pt x="32" y="54"/>
                  </a:lnTo>
                  <a:lnTo>
                    <a:pt x="32" y="54"/>
                  </a:lnTo>
                  <a:lnTo>
                    <a:pt x="36" y="38"/>
                  </a:lnTo>
                  <a:lnTo>
                    <a:pt x="40" y="22"/>
                  </a:lnTo>
                  <a:lnTo>
                    <a:pt x="42" y="1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4" y="6"/>
                  </a:lnTo>
                  <a:lnTo>
                    <a:pt x="26" y="16"/>
                  </a:lnTo>
                  <a:lnTo>
                    <a:pt x="18" y="30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Freeform 153"/>
            <p:cNvSpPr/>
            <p:nvPr/>
          </p:nvSpPr>
          <p:spPr bwMode="auto">
            <a:xfrm>
              <a:off x="4616450" y="3092450"/>
              <a:ext cx="768350" cy="346075"/>
            </a:xfrm>
            <a:custGeom>
              <a:avLst/>
              <a:gdLst/>
              <a:ahLst/>
              <a:cxnLst>
                <a:cxn ang="0">
                  <a:pos x="456" y="2"/>
                </a:cxn>
                <a:cxn ang="0">
                  <a:pos x="434" y="4"/>
                </a:cxn>
                <a:cxn ang="0">
                  <a:pos x="384" y="22"/>
                </a:cxn>
                <a:cxn ang="0">
                  <a:pos x="384" y="22"/>
                </a:cxn>
                <a:cxn ang="0">
                  <a:pos x="350" y="36"/>
                </a:cxn>
                <a:cxn ang="0">
                  <a:pos x="282" y="46"/>
                </a:cxn>
                <a:cxn ang="0">
                  <a:pos x="268" y="50"/>
                </a:cxn>
                <a:cxn ang="0">
                  <a:pos x="232" y="64"/>
                </a:cxn>
                <a:cxn ang="0">
                  <a:pos x="192" y="92"/>
                </a:cxn>
                <a:cxn ang="0">
                  <a:pos x="174" y="106"/>
                </a:cxn>
                <a:cxn ang="0">
                  <a:pos x="136" y="124"/>
                </a:cxn>
                <a:cxn ang="0">
                  <a:pos x="88" y="134"/>
                </a:cxn>
                <a:cxn ang="0">
                  <a:pos x="74" y="138"/>
                </a:cxn>
                <a:cxn ang="0">
                  <a:pos x="36" y="154"/>
                </a:cxn>
                <a:cxn ang="0">
                  <a:pos x="8" y="170"/>
                </a:cxn>
                <a:cxn ang="0">
                  <a:pos x="4" y="182"/>
                </a:cxn>
                <a:cxn ang="0">
                  <a:pos x="28" y="216"/>
                </a:cxn>
                <a:cxn ang="0">
                  <a:pos x="36" y="214"/>
                </a:cxn>
                <a:cxn ang="0">
                  <a:pos x="84" y="200"/>
                </a:cxn>
                <a:cxn ang="0">
                  <a:pos x="110" y="184"/>
                </a:cxn>
                <a:cxn ang="0">
                  <a:pos x="130" y="170"/>
                </a:cxn>
                <a:cxn ang="0">
                  <a:pos x="170" y="150"/>
                </a:cxn>
                <a:cxn ang="0">
                  <a:pos x="212" y="140"/>
                </a:cxn>
                <a:cxn ang="0">
                  <a:pos x="236" y="138"/>
                </a:cxn>
                <a:cxn ang="0">
                  <a:pos x="284" y="124"/>
                </a:cxn>
                <a:cxn ang="0">
                  <a:pos x="308" y="110"/>
                </a:cxn>
                <a:cxn ang="0">
                  <a:pos x="336" y="90"/>
                </a:cxn>
                <a:cxn ang="0">
                  <a:pos x="380" y="62"/>
                </a:cxn>
                <a:cxn ang="0">
                  <a:pos x="398" y="54"/>
                </a:cxn>
                <a:cxn ang="0">
                  <a:pos x="444" y="32"/>
                </a:cxn>
                <a:cxn ang="0">
                  <a:pos x="462" y="20"/>
                </a:cxn>
                <a:cxn ang="0">
                  <a:pos x="456" y="2"/>
                </a:cxn>
              </a:cxnLst>
              <a:rect l="0" t="0" r="r" b="b"/>
              <a:pathLst>
                <a:path w="484" h="218">
                  <a:moveTo>
                    <a:pt x="456" y="2"/>
                  </a:moveTo>
                  <a:lnTo>
                    <a:pt x="456" y="2"/>
                  </a:lnTo>
                  <a:lnTo>
                    <a:pt x="448" y="2"/>
                  </a:lnTo>
                  <a:lnTo>
                    <a:pt x="434" y="4"/>
                  </a:lnTo>
                  <a:lnTo>
                    <a:pt x="410" y="12"/>
                  </a:lnTo>
                  <a:lnTo>
                    <a:pt x="384" y="22"/>
                  </a:lnTo>
                  <a:lnTo>
                    <a:pt x="384" y="22"/>
                  </a:lnTo>
                  <a:lnTo>
                    <a:pt x="384" y="22"/>
                  </a:lnTo>
                  <a:lnTo>
                    <a:pt x="366" y="30"/>
                  </a:lnTo>
                  <a:lnTo>
                    <a:pt x="350" y="36"/>
                  </a:lnTo>
                  <a:lnTo>
                    <a:pt x="314" y="42"/>
                  </a:lnTo>
                  <a:lnTo>
                    <a:pt x="282" y="46"/>
                  </a:lnTo>
                  <a:lnTo>
                    <a:pt x="282" y="46"/>
                  </a:lnTo>
                  <a:lnTo>
                    <a:pt x="268" y="50"/>
                  </a:lnTo>
                  <a:lnTo>
                    <a:pt x="256" y="54"/>
                  </a:lnTo>
                  <a:lnTo>
                    <a:pt x="232" y="64"/>
                  </a:lnTo>
                  <a:lnTo>
                    <a:pt x="212" y="78"/>
                  </a:lnTo>
                  <a:lnTo>
                    <a:pt x="192" y="92"/>
                  </a:lnTo>
                  <a:lnTo>
                    <a:pt x="174" y="106"/>
                  </a:lnTo>
                  <a:lnTo>
                    <a:pt x="174" y="106"/>
                  </a:lnTo>
                  <a:lnTo>
                    <a:pt x="156" y="116"/>
                  </a:lnTo>
                  <a:lnTo>
                    <a:pt x="136" y="124"/>
                  </a:lnTo>
                  <a:lnTo>
                    <a:pt x="114" y="130"/>
                  </a:lnTo>
                  <a:lnTo>
                    <a:pt x="88" y="134"/>
                  </a:lnTo>
                  <a:lnTo>
                    <a:pt x="88" y="134"/>
                  </a:lnTo>
                  <a:lnTo>
                    <a:pt x="74" y="138"/>
                  </a:lnTo>
                  <a:lnTo>
                    <a:pt x="60" y="142"/>
                  </a:lnTo>
                  <a:lnTo>
                    <a:pt x="36" y="154"/>
                  </a:lnTo>
                  <a:lnTo>
                    <a:pt x="18" y="164"/>
                  </a:lnTo>
                  <a:lnTo>
                    <a:pt x="8" y="170"/>
                  </a:lnTo>
                  <a:lnTo>
                    <a:pt x="0" y="174"/>
                  </a:lnTo>
                  <a:lnTo>
                    <a:pt x="4" y="182"/>
                  </a:lnTo>
                  <a:lnTo>
                    <a:pt x="18" y="218"/>
                  </a:lnTo>
                  <a:lnTo>
                    <a:pt x="28" y="216"/>
                  </a:lnTo>
                  <a:lnTo>
                    <a:pt x="28" y="216"/>
                  </a:lnTo>
                  <a:lnTo>
                    <a:pt x="36" y="214"/>
                  </a:lnTo>
                  <a:lnTo>
                    <a:pt x="56" y="208"/>
                  </a:lnTo>
                  <a:lnTo>
                    <a:pt x="84" y="200"/>
                  </a:lnTo>
                  <a:lnTo>
                    <a:pt x="96" y="192"/>
                  </a:lnTo>
                  <a:lnTo>
                    <a:pt x="110" y="184"/>
                  </a:lnTo>
                  <a:lnTo>
                    <a:pt x="110" y="184"/>
                  </a:lnTo>
                  <a:lnTo>
                    <a:pt x="130" y="170"/>
                  </a:lnTo>
                  <a:lnTo>
                    <a:pt x="150" y="158"/>
                  </a:lnTo>
                  <a:lnTo>
                    <a:pt x="170" y="150"/>
                  </a:lnTo>
                  <a:lnTo>
                    <a:pt x="190" y="144"/>
                  </a:lnTo>
                  <a:lnTo>
                    <a:pt x="212" y="140"/>
                  </a:lnTo>
                  <a:lnTo>
                    <a:pt x="212" y="140"/>
                  </a:lnTo>
                  <a:lnTo>
                    <a:pt x="236" y="138"/>
                  </a:lnTo>
                  <a:lnTo>
                    <a:pt x="260" y="132"/>
                  </a:lnTo>
                  <a:lnTo>
                    <a:pt x="284" y="124"/>
                  </a:lnTo>
                  <a:lnTo>
                    <a:pt x="296" y="118"/>
                  </a:lnTo>
                  <a:lnTo>
                    <a:pt x="308" y="110"/>
                  </a:lnTo>
                  <a:lnTo>
                    <a:pt x="336" y="90"/>
                  </a:lnTo>
                  <a:lnTo>
                    <a:pt x="336" y="90"/>
                  </a:lnTo>
                  <a:lnTo>
                    <a:pt x="364" y="70"/>
                  </a:lnTo>
                  <a:lnTo>
                    <a:pt x="380" y="62"/>
                  </a:lnTo>
                  <a:lnTo>
                    <a:pt x="398" y="54"/>
                  </a:lnTo>
                  <a:lnTo>
                    <a:pt x="398" y="54"/>
                  </a:lnTo>
                  <a:lnTo>
                    <a:pt x="424" y="44"/>
                  </a:lnTo>
                  <a:lnTo>
                    <a:pt x="444" y="32"/>
                  </a:lnTo>
                  <a:lnTo>
                    <a:pt x="458" y="24"/>
                  </a:lnTo>
                  <a:lnTo>
                    <a:pt x="462" y="20"/>
                  </a:lnTo>
                  <a:lnTo>
                    <a:pt x="484" y="0"/>
                  </a:lnTo>
                  <a:lnTo>
                    <a:pt x="456" y="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7" name="Freeform 154"/>
            <p:cNvSpPr/>
            <p:nvPr/>
          </p:nvSpPr>
          <p:spPr bwMode="auto">
            <a:xfrm>
              <a:off x="4638675" y="3111500"/>
              <a:ext cx="701675" cy="307975"/>
            </a:xfrm>
            <a:custGeom>
              <a:avLst/>
              <a:gdLst/>
              <a:ahLst/>
              <a:cxnLst>
                <a:cxn ang="0">
                  <a:pos x="12" y="194"/>
                </a:cxn>
                <a:cxn ang="0">
                  <a:pos x="12" y="194"/>
                </a:cxn>
                <a:cxn ang="0">
                  <a:pos x="20" y="192"/>
                </a:cxn>
                <a:cxn ang="0">
                  <a:pos x="40" y="188"/>
                </a:cxn>
                <a:cxn ang="0">
                  <a:pos x="64" y="178"/>
                </a:cxn>
                <a:cxn ang="0">
                  <a:pos x="76" y="172"/>
                </a:cxn>
                <a:cxn ang="0">
                  <a:pos x="88" y="164"/>
                </a:cxn>
                <a:cxn ang="0">
                  <a:pos x="88" y="164"/>
                </a:cxn>
                <a:cxn ang="0">
                  <a:pos x="110" y="150"/>
                </a:cxn>
                <a:cxn ang="0">
                  <a:pos x="130" y="138"/>
                </a:cxn>
                <a:cxn ang="0">
                  <a:pos x="152" y="128"/>
                </a:cxn>
                <a:cxn ang="0">
                  <a:pos x="174" y="122"/>
                </a:cxn>
                <a:cxn ang="0">
                  <a:pos x="174" y="122"/>
                </a:cxn>
                <a:cxn ang="0">
                  <a:pos x="200" y="118"/>
                </a:cxn>
                <a:cxn ang="0">
                  <a:pos x="230" y="114"/>
                </a:cxn>
                <a:cxn ang="0">
                  <a:pos x="244" y="110"/>
                </a:cxn>
                <a:cxn ang="0">
                  <a:pos x="260" y="106"/>
                </a:cxn>
                <a:cxn ang="0">
                  <a:pos x="274" y="98"/>
                </a:cxn>
                <a:cxn ang="0">
                  <a:pos x="288" y="90"/>
                </a:cxn>
                <a:cxn ang="0">
                  <a:pos x="288" y="90"/>
                </a:cxn>
                <a:cxn ang="0">
                  <a:pos x="334" y="56"/>
                </a:cxn>
                <a:cxn ang="0">
                  <a:pos x="354" y="44"/>
                </a:cxn>
                <a:cxn ang="0">
                  <a:pos x="380" y="32"/>
                </a:cxn>
                <a:cxn ang="0">
                  <a:pos x="380" y="32"/>
                </a:cxn>
                <a:cxn ang="0">
                  <a:pos x="406" y="22"/>
                </a:cxn>
                <a:cxn ang="0">
                  <a:pos x="424" y="12"/>
                </a:cxn>
                <a:cxn ang="0">
                  <a:pos x="442" y="0"/>
                </a:cxn>
                <a:cxn ang="0">
                  <a:pos x="442" y="0"/>
                </a:cxn>
                <a:cxn ang="0">
                  <a:pos x="442" y="0"/>
                </a:cxn>
                <a:cxn ang="0">
                  <a:pos x="422" y="2"/>
                </a:cxn>
                <a:cxn ang="0">
                  <a:pos x="400" y="8"/>
                </a:cxn>
                <a:cxn ang="0">
                  <a:pos x="374" y="20"/>
                </a:cxn>
                <a:cxn ang="0">
                  <a:pos x="374" y="20"/>
                </a:cxn>
                <a:cxn ang="0">
                  <a:pos x="350" y="30"/>
                </a:cxn>
                <a:cxn ang="0">
                  <a:pos x="326" y="36"/>
                </a:cxn>
                <a:cxn ang="0">
                  <a:pos x="270" y="44"/>
                </a:cxn>
                <a:cxn ang="0">
                  <a:pos x="270" y="44"/>
                </a:cxn>
                <a:cxn ang="0">
                  <a:pos x="254" y="48"/>
                </a:cxn>
                <a:cxn ang="0">
                  <a:pos x="238" y="54"/>
                </a:cxn>
                <a:cxn ang="0">
                  <a:pos x="224" y="62"/>
                </a:cxn>
                <a:cxn ang="0">
                  <a:pos x="210" y="70"/>
                </a:cxn>
                <a:cxn ang="0">
                  <a:pos x="186" y="86"/>
                </a:cxn>
                <a:cxn ang="0">
                  <a:pos x="166" y="102"/>
                </a:cxn>
                <a:cxn ang="0">
                  <a:pos x="166" y="102"/>
                </a:cxn>
                <a:cxn ang="0">
                  <a:pos x="146" y="114"/>
                </a:cxn>
                <a:cxn ang="0">
                  <a:pos x="124" y="122"/>
                </a:cxn>
                <a:cxn ang="0">
                  <a:pos x="102" y="128"/>
                </a:cxn>
                <a:cxn ang="0">
                  <a:pos x="76" y="132"/>
                </a:cxn>
                <a:cxn ang="0">
                  <a:pos x="76" y="132"/>
                </a:cxn>
                <a:cxn ang="0">
                  <a:pos x="62" y="136"/>
                </a:cxn>
                <a:cxn ang="0">
                  <a:pos x="48" y="140"/>
                </a:cxn>
                <a:cxn ang="0">
                  <a:pos x="24" y="152"/>
                </a:cxn>
                <a:cxn ang="0">
                  <a:pos x="8" y="162"/>
                </a:cxn>
                <a:cxn ang="0">
                  <a:pos x="0" y="166"/>
                </a:cxn>
                <a:cxn ang="0">
                  <a:pos x="12" y="194"/>
                </a:cxn>
              </a:cxnLst>
              <a:rect l="0" t="0" r="r" b="b"/>
              <a:pathLst>
                <a:path w="442" h="194">
                  <a:moveTo>
                    <a:pt x="12" y="194"/>
                  </a:moveTo>
                  <a:lnTo>
                    <a:pt x="12" y="194"/>
                  </a:lnTo>
                  <a:lnTo>
                    <a:pt x="20" y="192"/>
                  </a:lnTo>
                  <a:lnTo>
                    <a:pt x="40" y="188"/>
                  </a:lnTo>
                  <a:lnTo>
                    <a:pt x="64" y="178"/>
                  </a:lnTo>
                  <a:lnTo>
                    <a:pt x="76" y="172"/>
                  </a:lnTo>
                  <a:lnTo>
                    <a:pt x="88" y="164"/>
                  </a:lnTo>
                  <a:lnTo>
                    <a:pt x="88" y="164"/>
                  </a:lnTo>
                  <a:lnTo>
                    <a:pt x="110" y="150"/>
                  </a:lnTo>
                  <a:lnTo>
                    <a:pt x="130" y="138"/>
                  </a:lnTo>
                  <a:lnTo>
                    <a:pt x="152" y="128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200" y="118"/>
                  </a:lnTo>
                  <a:lnTo>
                    <a:pt x="230" y="114"/>
                  </a:lnTo>
                  <a:lnTo>
                    <a:pt x="244" y="110"/>
                  </a:lnTo>
                  <a:lnTo>
                    <a:pt x="260" y="106"/>
                  </a:lnTo>
                  <a:lnTo>
                    <a:pt x="274" y="98"/>
                  </a:lnTo>
                  <a:lnTo>
                    <a:pt x="288" y="90"/>
                  </a:lnTo>
                  <a:lnTo>
                    <a:pt x="288" y="90"/>
                  </a:lnTo>
                  <a:lnTo>
                    <a:pt x="334" y="56"/>
                  </a:lnTo>
                  <a:lnTo>
                    <a:pt x="354" y="44"/>
                  </a:lnTo>
                  <a:lnTo>
                    <a:pt x="380" y="32"/>
                  </a:lnTo>
                  <a:lnTo>
                    <a:pt x="380" y="32"/>
                  </a:lnTo>
                  <a:lnTo>
                    <a:pt x="406" y="22"/>
                  </a:lnTo>
                  <a:lnTo>
                    <a:pt x="424" y="12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22" y="2"/>
                  </a:lnTo>
                  <a:lnTo>
                    <a:pt x="400" y="8"/>
                  </a:lnTo>
                  <a:lnTo>
                    <a:pt x="374" y="20"/>
                  </a:lnTo>
                  <a:lnTo>
                    <a:pt x="374" y="20"/>
                  </a:lnTo>
                  <a:lnTo>
                    <a:pt x="350" y="30"/>
                  </a:lnTo>
                  <a:lnTo>
                    <a:pt x="326" y="36"/>
                  </a:lnTo>
                  <a:lnTo>
                    <a:pt x="270" y="44"/>
                  </a:lnTo>
                  <a:lnTo>
                    <a:pt x="270" y="44"/>
                  </a:lnTo>
                  <a:lnTo>
                    <a:pt x="254" y="48"/>
                  </a:lnTo>
                  <a:lnTo>
                    <a:pt x="238" y="54"/>
                  </a:lnTo>
                  <a:lnTo>
                    <a:pt x="224" y="62"/>
                  </a:lnTo>
                  <a:lnTo>
                    <a:pt x="210" y="70"/>
                  </a:lnTo>
                  <a:lnTo>
                    <a:pt x="186" y="86"/>
                  </a:lnTo>
                  <a:lnTo>
                    <a:pt x="166" y="102"/>
                  </a:lnTo>
                  <a:lnTo>
                    <a:pt x="166" y="102"/>
                  </a:lnTo>
                  <a:lnTo>
                    <a:pt x="146" y="114"/>
                  </a:lnTo>
                  <a:lnTo>
                    <a:pt x="124" y="122"/>
                  </a:lnTo>
                  <a:lnTo>
                    <a:pt x="102" y="128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62" y="136"/>
                  </a:lnTo>
                  <a:lnTo>
                    <a:pt x="48" y="140"/>
                  </a:lnTo>
                  <a:lnTo>
                    <a:pt x="24" y="152"/>
                  </a:lnTo>
                  <a:lnTo>
                    <a:pt x="8" y="162"/>
                  </a:lnTo>
                  <a:lnTo>
                    <a:pt x="0" y="166"/>
                  </a:lnTo>
                  <a:lnTo>
                    <a:pt x="12" y="19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8" name="Freeform 155"/>
            <p:cNvSpPr/>
            <p:nvPr/>
          </p:nvSpPr>
          <p:spPr bwMode="auto">
            <a:xfrm>
              <a:off x="4959350" y="3203575"/>
              <a:ext cx="155575" cy="66675"/>
            </a:xfrm>
            <a:custGeom>
              <a:avLst/>
              <a:gdLst/>
              <a:ahLst/>
              <a:cxnLst>
                <a:cxn ang="0">
                  <a:pos x="44" y="10"/>
                </a:cxn>
                <a:cxn ang="0">
                  <a:pos x="44" y="10"/>
                </a:cxn>
                <a:cxn ang="0">
                  <a:pos x="30" y="18"/>
                </a:cxn>
                <a:cxn ang="0">
                  <a:pos x="16" y="26"/>
                </a:cxn>
                <a:cxn ang="0">
                  <a:pos x="6" y="3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42"/>
                </a:cxn>
                <a:cxn ang="0">
                  <a:pos x="22" y="40"/>
                </a:cxn>
                <a:cxn ang="0">
                  <a:pos x="38" y="36"/>
                </a:cxn>
                <a:cxn ang="0">
                  <a:pos x="54" y="30"/>
                </a:cxn>
                <a:cxn ang="0">
                  <a:pos x="54" y="30"/>
                </a:cxn>
                <a:cxn ang="0">
                  <a:pos x="68" y="24"/>
                </a:cxn>
                <a:cxn ang="0">
                  <a:pos x="82" y="16"/>
                </a:cxn>
                <a:cxn ang="0">
                  <a:pos x="92" y="8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88" y="0"/>
                </a:cxn>
                <a:cxn ang="0">
                  <a:pos x="76" y="2"/>
                </a:cxn>
                <a:cxn ang="0">
                  <a:pos x="60" y="6"/>
                </a:cxn>
                <a:cxn ang="0">
                  <a:pos x="44" y="10"/>
                </a:cxn>
                <a:cxn ang="0">
                  <a:pos x="44" y="10"/>
                </a:cxn>
              </a:cxnLst>
              <a:rect l="0" t="0" r="r" b="b"/>
              <a:pathLst>
                <a:path w="98" h="42">
                  <a:moveTo>
                    <a:pt x="44" y="10"/>
                  </a:moveTo>
                  <a:lnTo>
                    <a:pt x="44" y="10"/>
                  </a:lnTo>
                  <a:lnTo>
                    <a:pt x="30" y="18"/>
                  </a:lnTo>
                  <a:lnTo>
                    <a:pt x="16" y="26"/>
                  </a:lnTo>
                  <a:lnTo>
                    <a:pt x="6" y="34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0" y="42"/>
                  </a:lnTo>
                  <a:lnTo>
                    <a:pt x="22" y="40"/>
                  </a:lnTo>
                  <a:lnTo>
                    <a:pt x="38" y="36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68" y="24"/>
                  </a:lnTo>
                  <a:lnTo>
                    <a:pt x="82" y="16"/>
                  </a:lnTo>
                  <a:lnTo>
                    <a:pt x="92" y="8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88" y="0"/>
                  </a:lnTo>
                  <a:lnTo>
                    <a:pt x="76" y="2"/>
                  </a:lnTo>
                  <a:lnTo>
                    <a:pt x="60" y="6"/>
                  </a:lnTo>
                  <a:lnTo>
                    <a:pt x="44" y="10"/>
                  </a:lnTo>
                  <a:lnTo>
                    <a:pt x="44" y="1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Freeform 156"/>
            <p:cNvSpPr/>
            <p:nvPr/>
          </p:nvSpPr>
          <p:spPr bwMode="auto">
            <a:xfrm>
              <a:off x="4616450" y="3419475"/>
              <a:ext cx="768350" cy="346075"/>
            </a:xfrm>
            <a:custGeom>
              <a:avLst/>
              <a:gdLst/>
              <a:ahLst/>
              <a:cxnLst>
                <a:cxn ang="0">
                  <a:pos x="462" y="198"/>
                </a:cxn>
                <a:cxn ang="0">
                  <a:pos x="444" y="186"/>
                </a:cxn>
                <a:cxn ang="0">
                  <a:pos x="398" y="164"/>
                </a:cxn>
                <a:cxn ang="0">
                  <a:pos x="398" y="164"/>
                </a:cxn>
                <a:cxn ang="0">
                  <a:pos x="364" y="148"/>
                </a:cxn>
                <a:cxn ang="0">
                  <a:pos x="308" y="108"/>
                </a:cxn>
                <a:cxn ang="0">
                  <a:pos x="296" y="100"/>
                </a:cxn>
                <a:cxn ang="0">
                  <a:pos x="260" y="86"/>
                </a:cxn>
                <a:cxn ang="0">
                  <a:pos x="212" y="78"/>
                </a:cxn>
                <a:cxn ang="0">
                  <a:pos x="190" y="74"/>
                </a:cxn>
                <a:cxn ang="0">
                  <a:pos x="150" y="60"/>
                </a:cxn>
                <a:cxn ang="0">
                  <a:pos x="110" y="34"/>
                </a:cxn>
                <a:cxn ang="0">
                  <a:pos x="96" y="26"/>
                </a:cxn>
                <a:cxn ang="0">
                  <a:pos x="58" y="10"/>
                </a:cxn>
                <a:cxn ang="0">
                  <a:pos x="28" y="2"/>
                </a:cxn>
                <a:cxn ang="0">
                  <a:pos x="16" y="8"/>
                </a:cxn>
                <a:cxn ang="0">
                  <a:pos x="8" y="48"/>
                </a:cxn>
                <a:cxn ang="0">
                  <a:pos x="16" y="54"/>
                </a:cxn>
                <a:cxn ang="0">
                  <a:pos x="60" y="76"/>
                </a:cxn>
                <a:cxn ang="0">
                  <a:pos x="88" y="84"/>
                </a:cxn>
                <a:cxn ang="0">
                  <a:pos x="114" y="88"/>
                </a:cxn>
                <a:cxn ang="0">
                  <a:pos x="156" y="102"/>
                </a:cxn>
                <a:cxn ang="0">
                  <a:pos x="192" y="126"/>
                </a:cxn>
                <a:cxn ang="0">
                  <a:pos x="212" y="140"/>
                </a:cxn>
                <a:cxn ang="0">
                  <a:pos x="256" y="164"/>
                </a:cxn>
                <a:cxn ang="0">
                  <a:pos x="282" y="172"/>
                </a:cxn>
                <a:cxn ang="0">
                  <a:pos x="314" y="176"/>
                </a:cxn>
                <a:cxn ang="0">
                  <a:pos x="366" y="188"/>
                </a:cxn>
                <a:cxn ang="0">
                  <a:pos x="384" y="196"/>
                </a:cxn>
                <a:cxn ang="0">
                  <a:pos x="434" y="214"/>
                </a:cxn>
                <a:cxn ang="0">
                  <a:pos x="456" y="216"/>
                </a:cxn>
                <a:cxn ang="0">
                  <a:pos x="462" y="198"/>
                </a:cxn>
              </a:cxnLst>
              <a:rect l="0" t="0" r="r" b="b"/>
              <a:pathLst>
                <a:path w="484" h="218">
                  <a:moveTo>
                    <a:pt x="462" y="198"/>
                  </a:moveTo>
                  <a:lnTo>
                    <a:pt x="462" y="198"/>
                  </a:lnTo>
                  <a:lnTo>
                    <a:pt x="458" y="194"/>
                  </a:lnTo>
                  <a:lnTo>
                    <a:pt x="444" y="186"/>
                  </a:lnTo>
                  <a:lnTo>
                    <a:pt x="424" y="174"/>
                  </a:lnTo>
                  <a:lnTo>
                    <a:pt x="398" y="164"/>
                  </a:lnTo>
                  <a:lnTo>
                    <a:pt x="398" y="164"/>
                  </a:lnTo>
                  <a:lnTo>
                    <a:pt x="398" y="164"/>
                  </a:lnTo>
                  <a:lnTo>
                    <a:pt x="380" y="156"/>
                  </a:lnTo>
                  <a:lnTo>
                    <a:pt x="364" y="148"/>
                  </a:lnTo>
                  <a:lnTo>
                    <a:pt x="336" y="128"/>
                  </a:lnTo>
                  <a:lnTo>
                    <a:pt x="308" y="108"/>
                  </a:lnTo>
                  <a:lnTo>
                    <a:pt x="308" y="108"/>
                  </a:lnTo>
                  <a:lnTo>
                    <a:pt x="296" y="100"/>
                  </a:lnTo>
                  <a:lnTo>
                    <a:pt x="284" y="94"/>
                  </a:lnTo>
                  <a:lnTo>
                    <a:pt x="260" y="86"/>
                  </a:lnTo>
                  <a:lnTo>
                    <a:pt x="236" y="80"/>
                  </a:lnTo>
                  <a:lnTo>
                    <a:pt x="212" y="78"/>
                  </a:lnTo>
                  <a:lnTo>
                    <a:pt x="190" y="74"/>
                  </a:lnTo>
                  <a:lnTo>
                    <a:pt x="190" y="74"/>
                  </a:lnTo>
                  <a:lnTo>
                    <a:pt x="170" y="68"/>
                  </a:lnTo>
                  <a:lnTo>
                    <a:pt x="150" y="60"/>
                  </a:lnTo>
                  <a:lnTo>
                    <a:pt x="130" y="48"/>
                  </a:lnTo>
                  <a:lnTo>
                    <a:pt x="110" y="34"/>
                  </a:lnTo>
                  <a:lnTo>
                    <a:pt x="110" y="34"/>
                  </a:lnTo>
                  <a:lnTo>
                    <a:pt x="96" y="26"/>
                  </a:lnTo>
                  <a:lnTo>
                    <a:pt x="84" y="20"/>
                  </a:lnTo>
                  <a:lnTo>
                    <a:pt x="58" y="10"/>
                  </a:lnTo>
                  <a:lnTo>
                    <a:pt x="38" y="4"/>
                  </a:lnTo>
                  <a:lnTo>
                    <a:pt x="28" y="2"/>
                  </a:lnTo>
                  <a:lnTo>
                    <a:pt x="18" y="0"/>
                  </a:lnTo>
                  <a:lnTo>
                    <a:pt x="16" y="8"/>
                  </a:lnTo>
                  <a:lnTo>
                    <a:pt x="0" y="44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16" y="54"/>
                  </a:lnTo>
                  <a:lnTo>
                    <a:pt x="34" y="64"/>
                  </a:lnTo>
                  <a:lnTo>
                    <a:pt x="60" y="76"/>
                  </a:lnTo>
                  <a:lnTo>
                    <a:pt x="74" y="80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114" y="88"/>
                  </a:lnTo>
                  <a:lnTo>
                    <a:pt x="136" y="94"/>
                  </a:lnTo>
                  <a:lnTo>
                    <a:pt x="156" y="102"/>
                  </a:lnTo>
                  <a:lnTo>
                    <a:pt x="174" y="112"/>
                  </a:lnTo>
                  <a:lnTo>
                    <a:pt x="192" y="126"/>
                  </a:lnTo>
                  <a:lnTo>
                    <a:pt x="192" y="126"/>
                  </a:lnTo>
                  <a:lnTo>
                    <a:pt x="212" y="140"/>
                  </a:lnTo>
                  <a:lnTo>
                    <a:pt x="232" y="154"/>
                  </a:lnTo>
                  <a:lnTo>
                    <a:pt x="256" y="164"/>
                  </a:lnTo>
                  <a:lnTo>
                    <a:pt x="268" y="168"/>
                  </a:lnTo>
                  <a:lnTo>
                    <a:pt x="282" y="172"/>
                  </a:lnTo>
                  <a:lnTo>
                    <a:pt x="314" y="176"/>
                  </a:lnTo>
                  <a:lnTo>
                    <a:pt x="314" y="176"/>
                  </a:lnTo>
                  <a:lnTo>
                    <a:pt x="350" y="182"/>
                  </a:lnTo>
                  <a:lnTo>
                    <a:pt x="366" y="188"/>
                  </a:lnTo>
                  <a:lnTo>
                    <a:pt x="384" y="196"/>
                  </a:lnTo>
                  <a:lnTo>
                    <a:pt x="384" y="196"/>
                  </a:lnTo>
                  <a:lnTo>
                    <a:pt x="410" y="206"/>
                  </a:lnTo>
                  <a:lnTo>
                    <a:pt x="434" y="214"/>
                  </a:lnTo>
                  <a:lnTo>
                    <a:pt x="448" y="216"/>
                  </a:lnTo>
                  <a:lnTo>
                    <a:pt x="456" y="216"/>
                  </a:lnTo>
                  <a:lnTo>
                    <a:pt x="484" y="218"/>
                  </a:lnTo>
                  <a:lnTo>
                    <a:pt x="462" y="19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Freeform 157"/>
            <p:cNvSpPr/>
            <p:nvPr/>
          </p:nvSpPr>
          <p:spPr bwMode="auto">
            <a:xfrm>
              <a:off x="4638675" y="3438525"/>
              <a:ext cx="701675" cy="307975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0" y="28"/>
                </a:cxn>
                <a:cxn ang="0">
                  <a:pos x="8" y="32"/>
                </a:cxn>
                <a:cxn ang="0">
                  <a:pos x="24" y="42"/>
                </a:cxn>
                <a:cxn ang="0">
                  <a:pos x="48" y="54"/>
                </a:cxn>
                <a:cxn ang="0">
                  <a:pos x="62" y="58"/>
                </a:cxn>
                <a:cxn ang="0">
                  <a:pos x="76" y="62"/>
                </a:cxn>
                <a:cxn ang="0">
                  <a:pos x="76" y="62"/>
                </a:cxn>
                <a:cxn ang="0">
                  <a:pos x="102" y="66"/>
                </a:cxn>
                <a:cxn ang="0">
                  <a:pos x="124" y="72"/>
                </a:cxn>
                <a:cxn ang="0">
                  <a:pos x="146" y="80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86" y="108"/>
                </a:cxn>
                <a:cxn ang="0">
                  <a:pos x="210" y="124"/>
                </a:cxn>
                <a:cxn ang="0">
                  <a:pos x="224" y="132"/>
                </a:cxn>
                <a:cxn ang="0">
                  <a:pos x="238" y="140"/>
                </a:cxn>
                <a:cxn ang="0">
                  <a:pos x="254" y="146"/>
                </a:cxn>
                <a:cxn ang="0">
                  <a:pos x="270" y="150"/>
                </a:cxn>
                <a:cxn ang="0">
                  <a:pos x="270" y="150"/>
                </a:cxn>
                <a:cxn ang="0">
                  <a:pos x="326" y="158"/>
                </a:cxn>
                <a:cxn ang="0">
                  <a:pos x="350" y="164"/>
                </a:cxn>
                <a:cxn ang="0">
                  <a:pos x="374" y="174"/>
                </a:cxn>
                <a:cxn ang="0">
                  <a:pos x="374" y="174"/>
                </a:cxn>
                <a:cxn ang="0">
                  <a:pos x="400" y="186"/>
                </a:cxn>
                <a:cxn ang="0">
                  <a:pos x="422" y="192"/>
                </a:cxn>
                <a:cxn ang="0">
                  <a:pos x="442" y="194"/>
                </a:cxn>
                <a:cxn ang="0">
                  <a:pos x="442" y="194"/>
                </a:cxn>
                <a:cxn ang="0">
                  <a:pos x="442" y="194"/>
                </a:cxn>
                <a:cxn ang="0">
                  <a:pos x="424" y="182"/>
                </a:cxn>
                <a:cxn ang="0">
                  <a:pos x="406" y="172"/>
                </a:cxn>
                <a:cxn ang="0">
                  <a:pos x="380" y="162"/>
                </a:cxn>
                <a:cxn ang="0">
                  <a:pos x="380" y="162"/>
                </a:cxn>
                <a:cxn ang="0">
                  <a:pos x="354" y="150"/>
                </a:cxn>
                <a:cxn ang="0">
                  <a:pos x="334" y="138"/>
                </a:cxn>
                <a:cxn ang="0">
                  <a:pos x="288" y="104"/>
                </a:cxn>
                <a:cxn ang="0">
                  <a:pos x="288" y="104"/>
                </a:cxn>
                <a:cxn ang="0">
                  <a:pos x="274" y="96"/>
                </a:cxn>
                <a:cxn ang="0">
                  <a:pos x="260" y="88"/>
                </a:cxn>
                <a:cxn ang="0">
                  <a:pos x="244" y="84"/>
                </a:cxn>
                <a:cxn ang="0">
                  <a:pos x="230" y="80"/>
                </a:cxn>
                <a:cxn ang="0">
                  <a:pos x="200" y="76"/>
                </a:cxn>
                <a:cxn ang="0">
                  <a:pos x="174" y="72"/>
                </a:cxn>
                <a:cxn ang="0">
                  <a:pos x="174" y="72"/>
                </a:cxn>
                <a:cxn ang="0">
                  <a:pos x="152" y="66"/>
                </a:cxn>
                <a:cxn ang="0">
                  <a:pos x="130" y="56"/>
                </a:cxn>
                <a:cxn ang="0">
                  <a:pos x="110" y="44"/>
                </a:cxn>
                <a:cxn ang="0">
                  <a:pos x="88" y="30"/>
                </a:cxn>
                <a:cxn ang="0">
                  <a:pos x="88" y="30"/>
                </a:cxn>
                <a:cxn ang="0">
                  <a:pos x="76" y="22"/>
                </a:cxn>
                <a:cxn ang="0">
                  <a:pos x="64" y="16"/>
                </a:cxn>
                <a:cxn ang="0">
                  <a:pos x="40" y="6"/>
                </a:cxn>
                <a:cxn ang="0">
                  <a:pos x="20" y="2"/>
                </a:cxn>
                <a:cxn ang="0">
                  <a:pos x="12" y="0"/>
                </a:cxn>
                <a:cxn ang="0">
                  <a:pos x="0" y="28"/>
                </a:cxn>
              </a:cxnLst>
              <a:rect l="0" t="0" r="r" b="b"/>
              <a:pathLst>
                <a:path w="442" h="194">
                  <a:moveTo>
                    <a:pt x="0" y="28"/>
                  </a:moveTo>
                  <a:lnTo>
                    <a:pt x="0" y="28"/>
                  </a:lnTo>
                  <a:lnTo>
                    <a:pt x="8" y="32"/>
                  </a:lnTo>
                  <a:lnTo>
                    <a:pt x="24" y="42"/>
                  </a:lnTo>
                  <a:lnTo>
                    <a:pt x="48" y="54"/>
                  </a:lnTo>
                  <a:lnTo>
                    <a:pt x="62" y="58"/>
                  </a:lnTo>
                  <a:lnTo>
                    <a:pt x="76" y="62"/>
                  </a:lnTo>
                  <a:lnTo>
                    <a:pt x="76" y="62"/>
                  </a:lnTo>
                  <a:lnTo>
                    <a:pt x="102" y="66"/>
                  </a:lnTo>
                  <a:lnTo>
                    <a:pt x="124" y="72"/>
                  </a:lnTo>
                  <a:lnTo>
                    <a:pt x="146" y="80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86" y="108"/>
                  </a:lnTo>
                  <a:lnTo>
                    <a:pt x="210" y="124"/>
                  </a:lnTo>
                  <a:lnTo>
                    <a:pt x="224" y="132"/>
                  </a:lnTo>
                  <a:lnTo>
                    <a:pt x="238" y="140"/>
                  </a:lnTo>
                  <a:lnTo>
                    <a:pt x="254" y="146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326" y="158"/>
                  </a:lnTo>
                  <a:lnTo>
                    <a:pt x="350" y="164"/>
                  </a:lnTo>
                  <a:lnTo>
                    <a:pt x="374" y="174"/>
                  </a:lnTo>
                  <a:lnTo>
                    <a:pt x="374" y="174"/>
                  </a:lnTo>
                  <a:lnTo>
                    <a:pt x="400" y="186"/>
                  </a:lnTo>
                  <a:lnTo>
                    <a:pt x="422" y="192"/>
                  </a:lnTo>
                  <a:lnTo>
                    <a:pt x="442" y="194"/>
                  </a:lnTo>
                  <a:lnTo>
                    <a:pt x="442" y="194"/>
                  </a:lnTo>
                  <a:lnTo>
                    <a:pt x="442" y="194"/>
                  </a:lnTo>
                  <a:lnTo>
                    <a:pt x="424" y="182"/>
                  </a:lnTo>
                  <a:lnTo>
                    <a:pt x="406" y="172"/>
                  </a:lnTo>
                  <a:lnTo>
                    <a:pt x="380" y="162"/>
                  </a:lnTo>
                  <a:lnTo>
                    <a:pt x="380" y="162"/>
                  </a:lnTo>
                  <a:lnTo>
                    <a:pt x="354" y="150"/>
                  </a:lnTo>
                  <a:lnTo>
                    <a:pt x="334" y="138"/>
                  </a:lnTo>
                  <a:lnTo>
                    <a:pt x="288" y="104"/>
                  </a:lnTo>
                  <a:lnTo>
                    <a:pt x="288" y="104"/>
                  </a:lnTo>
                  <a:lnTo>
                    <a:pt x="274" y="96"/>
                  </a:lnTo>
                  <a:lnTo>
                    <a:pt x="260" y="88"/>
                  </a:lnTo>
                  <a:lnTo>
                    <a:pt x="244" y="84"/>
                  </a:lnTo>
                  <a:lnTo>
                    <a:pt x="230" y="80"/>
                  </a:lnTo>
                  <a:lnTo>
                    <a:pt x="200" y="76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52" y="66"/>
                  </a:lnTo>
                  <a:lnTo>
                    <a:pt x="130" y="56"/>
                  </a:lnTo>
                  <a:lnTo>
                    <a:pt x="110" y="44"/>
                  </a:lnTo>
                  <a:lnTo>
                    <a:pt x="88" y="30"/>
                  </a:lnTo>
                  <a:lnTo>
                    <a:pt x="88" y="30"/>
                  </a:lnTo>
                  <a:lnTo>
                    <a:pt x="76" y="22"/>
                  </a:lnTo>
                  <a:lnTo>
                    <a:pt x="64" y="16"/>
                  </a:lnTo>
                  <a:lnTo>
                    <a:pt x="40" y="6"/>
                  </a:lnTo>
                  <a:lnTo>
                    <a:pt x="20" y="2"/>
                  </a:lnTo>
                  <a:lnTo>
                    <a:pt x="12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Freeform 158"/>
            <p:cNvSpPr/>
            <p:nvPr/>
          </p:nvSpPr>
          <p:spPr bwMode="auto">
            <a:xfrm>
              <a:off x="4959350" y="3587750"/>
              <a:ext cx="155575" cy="66675"/>
            </a:xfrm>
            <a:custGeom>
              <a:avLst/>
              <a:gdLst/>
              <a:ahLst/>
              <a:cxnLst>
                <a:cxn ang="0">
                  <a:pos x="54" y="12"/>
                </a:cxn>
                <a:cxn ang="0">
                  <a:pos x="54" y="12"/>
                </a:cxn>
                <a:cxn ang="0">
                  <a:pos x="38" y="6"/>
                </a:cxn>
                <a:cxn ang="0">
                  <a:pos x="22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8"/>
                </a:cxn>
                <a:cxn ang="0">
                  <a:pos x="16" y="16"/>
                </a:cxn>
                <a:cxn ang="0">
                  <a:pos x="30" y="24"/>
                </a:cxn>
                <a:cxn ang="0">
                  <a:pos x="44" y="32"/>
                </a:cxn>
                <a:cxn ang="0">
                  <a:pos x="44" y="32"/>
                </a:cxn>
                <a:cxn ang="0">
                  <a:pos x="60" y="36"/>
                </a:cxn>
                <a:cxn ang="0">
                  <a:pos x="76" y="40"/>
                </a:cxn>
                <a:cxn ang="0">
                  <a:pos x="88" y="42"/>
                </a:cxn>
                <a:cxn ang="0">
                  <a:pos x="98" y="42"/>
                </a:cxn>
                <a:cxn ang="0">
                  <a:pos x="98" y="42"/>
                </a:cxn>
                <a:cxn ang="0">
                  <a:pos x="92" y="34"/>
                </a:cxn>
                <a:cxn ang="0">
                  <a:pos x="82" y="26"/>
                </a:cxn>
                <a:cxn ang="0">
                  <a:pos x="68" y="18"/>
                </a:cxn>
                <a:cxn ang="0">
                  <a:pos x="54" y="12"/>
                </a:cxn>
                <a:cxn ang="0">
                  <a:pos x="54" y="12"/>
                </a:cxn>
              </a:cxnLst>
              <a:rect l="0" t="0" r="r" b="b"/>
              <a:pathLst>
                <a:path w="98" h="42">
                  <a:moveTo>
                    <a:pt x="54" y="12"/>
                  </a:moveTo>
                  <a:lnTo>
                    <a:pt x="54" y="12"/>
                  </a:lnTo>
                  <a:lnTo>
                    <a:pt x="38" y="6"/>
                  </a:lnTo>
                  <a:lnTo>
                    <a:pt x="22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8"/>
                  </a:lnTo>
                  <a:lnTo>
                    <a:pt x="16" y="16"/>
                  </a:lnTo>
                  <a:lnTo>
                    <a:pt x="30" y="24"/>
                  </a:lnTo>
                  <a:lnTo>
                    <a:pt x="44" y="32"/>
                  </a:lnTo>
                  <a:lnTo>
                    <a:pt x="44" y="32"/>
                  </a:lnTo>
                  <a:lnTo>
                    <a:pt x="60" y="36"/>
                  </a:lnTo>
                  <a:lnTo>
                    <a:pt x="76" y="40"/>
                  </a:lnTo>
                  <a:lnTo>
                    <a:pt x="88" y="42"/>
                  </a:lnTo>
                  <a:lnTo>
                    <a:pt x="98" y="42"/>
                  </a:lnTo>
                  <a:lnTo>
                    <a:pt x="98" y="42"/>
                  </a:lnTo>
                  <a:lnTo>
                    <a:pt x="92" y="34"/>
                  </a:lnTo>
                  <a:lnTo>
                    <a:pt x="82" y="26"/>
                  </a:lnTo>
                  <a:lnTo>
                    <a:pt x="68" y="18"/>
                  </a:lnTo>
                  <a:lnTo>
                    <a:pt x="54" y="12"/>
                  </a:lnTo>
                  <a:lnTo>
                    <a:pt x="54" y="1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2" name="Freeform 159"/>
            <p:cNvSpPr/>
            <p:nvPr/>
          </p:nvSpPr>
          <p:spPr bwMode="auto">
            <a:xfrm>
              <a:off x="4562475" y="3473450"/>
              <a:ext cx="346075" cy="768350"/>
            </a:xfrm>
            <a:custGeom>
              <a:avLst/>
              <a:gdLst/>
              <a:ahLst/>
              <a:cxnLst>
                <a:cxn ang="0">
                  <a:pos x="216" y="456"/>
                </a:cxn>
                <a:cxn ang="0">
                  <a:pos x="214" y="434"/>
                </a:cxn>
                <a:cxn ang="0">
                  <a:pos x="196" y="384"/>
                </a:cxn>
                <a:cxn ang="0">
                  <a:pos x="196" y="384"/>
                </a:cxn>
                <a:cxn ang="0">
                  <a:pos x="182" y="350"/>
                </a:cxn>
                <a:cxn ang="0">
                  <a:pos x="172" y="282"/>
                </a:cxn>
                <a:cxn ang="0">
                  <a:pos x="168" y="268"/>
                </a:cxn>
                <a:cxn ang="0">
                  <a:pos x="154" y="232"/>
                </a:cxn>
                <a:cxn ang="0">
                  <a:pos x="126" y="192"/>
                </a:cxn>
                <a:cxn ang="0">
                  <a:pos x="112" y="174"/>
                </a:cxn>
                <a:cxn ang="0">
                  <a:pos x="94" y="136"/>
                </a:cxn>
                <a:cxn ang="0">
                  <a:pos x="84" y="88"/>
                </a:cxn>
                <a:cxn ang="0">
                  <a:pos x="80" y="74"/>
                </a:cxn>
                <a:cxn ang="0">
                  <a:pos x="64" y="36"/>
                </a:cxn>
                <a:cxn ang="0">
                  <a:pos x="48" y="8"/>
                </a:cxn>
                <a:cxn ang="0">
                  <a:pos x="36" y="4"/>
                </a:cxn>
                <a:cxn ang="0">
                  <a:pos x="2" y="28"/>
                </a:cxn>
                <a:cxn ang="0">
                  <a:pos x="4" y="36"/>
                </a:cxn>
                <a:cxn ang="0">
                  <a:pos x="18" y="84"/>
                </a:cxn>
                <a:cxn ang="0">
                  <a:pos x="34" y="110"/>
                </a:cxn>
                <a:cxn ang="0">
                  <a:pos x="48" y="130"/>
                </a:cxn>
                <a:cxn ang="0">
                  <a:pos x="68" y="170"/>
                </a:cxn>
                <a:cxn ang="0">
                  <a:pos x="78" y="212"/>
                </a:cxn>
                <a:cxn ang="0">
                  <a:pos x="80" y="236"/>
                </a:cxn>
                <a:cxn ang="0">
                  <a:pos x="94" y="284"/>
                </a:cxn>
                <a:cxn ang="0">
                  <a:pos x="108" y="308"/>
                </a:cxn>
                <a:cxn ang="0">
                  <a:pos x="128" y="336"/>
                </a:cxn>
                <a:cxn ang="0">
                  <a:pos x="156" y="380"/>
                </a:cxn>
                <a:cxn ang="0">
                  <a:pos x="164" y="396"/>
                </a:cxn>
                <a:cxn ang="0">
                  <a:pos x="186" y="444"/>
                </a:cxn>
                <a:cxn ang="0">
                  <a:pos x="198" y="462"/>
                </a:cxn>
                <a:cxn ang="0">
                  <a:pos x="216" y="456"/>
                </a:cxn>
              </a:cxnLst>
              <a:rect l="0" t="0" r="r" b="b"/>
              <a:pathLst>
                <a:path w="218" h="484">
                  <a:moveTo>
                    <a:pt x="216" y="456"/>
                  </a:moveTo>
                  <a:lnTo>
                    <a:pt x="216" y="456"/>
                  </a:lnTo>
                  <a:lnTo>
                    <a:pt x="216" y="448"/>
                  </a:lnTo>
                  <a:lnTo>
                    <a:pt x="214" y="434"/>
                  </a:lnTo>
                  <a:lnTo>
                    <a:pt x="206" y="410"/>
                  </a:lnTo>
                  <a:lnTo>
                    <a:pt x="196" y="384"/>
                  </a:lnTo>
                  <a:lnTo>
                    <a:pt x="196" y="384"/>
                  </a:lnTo>
                  <a:lnTo>
                    <a:pt x="196" y="384"/>
                  </a:lnTo>
                  <a:lnTo>
                    <a:pt x="188" y="366"/>
                  </a:lnTo>
                  <a:lnTo>
                    <a:pt x="182" y="350"/>
                  </a:lnTo>
                  <a:lnTo>
                    <a:pt x="176" y="314"/>
                  </a:lnTo>
                  <a:lnTo>
                    <a:pt x="172" y="282"/>
                  </a:lnTo>
                  <a:lnTo>
                    <a:pt x="172" y="282"/>
                  </a:lnTo>
                  <a:lnTo>
                    <a:pt x="168" y="268"/>
                  </a:lnTo>
                  <a:lnTo>
                    <a:pt x="164" y="256"/>
                  </a:lnTo>
                  <a:lnTo>
                    <a:pt x="154" y="232"/>
                  </a:lnTo>
                  <a:lnTo>
                    <a:pt x="140" y="212"/>
                  </a:lnTo>
                  <a:lnTo>
                    <a:pt x="126" y="192"/>
                  </a:lnTo>
                  <a:lnTo>
                    <a:pt x="112" y="174"/>
                  </a:lnTo>
                  <a:lnTo>
                    <a:pt x="112" y="174"/>
                  </a:lnTo>
                  <a:lnTo>
                    <a:pt x="102" y="156"/>
                  </a:lnTo>
                  <a:lnTo>
                    <a:pt x="94" y="136"/>
                  </a:lnTo>
                  <a:lnTo>
                    <a:pt x="88" y="114"/>
                  </a:lnTo>
                  <a:lnTo>
                    <a:pt x="84" y="88"/>
                  </a:lnTo>
                  <a:lnTo>
                    <a:pt x="84" y="88"/>
                  </a:lnTo>
                  <a:lnTo>
                    <a:pt x="80" y="74"/>
                  </a:lnTo>
                  <a:lnTo>
                    <a:pt x="76" y="60"/>
                  </a:lnTo>
                  <a:lnTo>
                    <a:pt x="64" y="36"/>
                  </a:lnTo>
                  <a:lnTo>
                    <a:pt x="54" y="18"/>
                  </a:lnTo>
                  <a:lnTo>
                    <a:pt x="48" y="8"/>
                  </a:lnTo>
                  <a:lnTo>
                    <a:pt x="44" y="0"/>
                  </a:lnTo>
                  <a:lnTo>
                    <a:pt x="36" y="4"/>
                  </a:lnTo>
                  <a:lnTo>
                    <a:pt x="0" y="1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4" y="36"/>
                  </a:lnTo>
                  <a:lnTo>
                    <a:pt x="10" y="56"/>
                  </a:lnTo>
                  <a:lnTo>
                    <a:pt x="18" y="84"/>
                  </a:lnTo>
                  <a:lnTo>
                    <a:pt x="26" y="96"/>
                  </a:lnTo>
                  <a:lnTo>
                    <a:pt x="34" y="110"/>
                  </a:lnTo>
                  <a:lnTo>
                    <a:pt x="34" y="110"/>
                  </a:lnTo>
                  <a:lnTo>
                    <a:pt x="48" y="130"/>
                  </a:lnTo>
                  <a:lnTo>
                    <a:pt x="60" y="150"/>
                  </a:lnTo>
                  <a:lnTo>
                    <a:pt x="68" y="170"/>
                  </a:lnTo>
                  <a:lnTo>
                    <a:pt x="74" y="190"/>
                  </a:lnTo>
                  <a:lnTo>
                    <a:pt x="78" y="212"/>
                  </a:lnTo>
                  <a:lnTo>
                    <a:pt x="78" y="212"/>
                  </a:lnTo>
                  <a:lnTo>
                    <a:pt x="80" y="236"/>
                  </a:lnTo>
                  <a:lnTo>
                    <a:pt x="86" y="260"/>
                  </a:lnTo>
                  <a:lnTo>
                    <a:pt x="94" y="284"/>
                  </a:lnTo>
                  <a:lnTo>
                    <a:pt x="100" y="296"/>
                  </a:lnTo>
                  <a:lnTo>
                    <a:pt x="108" y="308"/>
                  </a:lnTo>
                  <a:lnTo>
                    <a:pt x="128" y="336"/>
                  </a:lnTo>
                  <a:lnTo>
                    <a:pt x="128" y="336"/>
                  </a:lnTo>
                  <a:lnTo>
                    <a:pt x="148" y="364"/>
                  </a:lnTo>
                  <a:lnTo>
                    <a:pt x="156" y="380"/>
                  </a:lnTo>
                  <a:lnTo>
                    <a:pt x="164" y="396"/>
                  </a:lnTo>
                  <a:lnTo>
                    <a:pt x="164" y="396"/>
                  </a:lnTo>
                  <a:lnTo>
                    <a:pt x="174" y="424"/>
                  </a:lnTo>
                  <a:lnTo>
                    <a:pt x="186" y="444"/>
                  </a:lnTo>
                  <a:lnTo>
                    <a:pt x="194" y="458"/>
                  </a:lnTo>
                  <a:lnTo>
                    <a:pt x="198" y="462"/>
                  </a:lnTo>
                  <a:lnTo>
                    <a:pt x="218" y="484"/>
                  </a:lnTo>
                  <a:lnTo>
                    <a:pt x="216" y="45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3" name="Freeform 160"/>
            <p:cNvSpPr/>
            <p:nvPr/>
          </p:nvSpPr>
          <p:spPr bwMode="auto">
            <a:xfrm>
              <a:off x="4581525" y="3495675"/>
              <a:ext cx="307975" cy="70167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2"/>
                </a:cxn>
                <a:cxn ang="0">
                  <a:pos x="2" y="20"/>
                </a:cxn>
                <a:cxn ang="0">
                  <a:pos x="6" y="40"/>
                </a:cxn>
                <a:cxn ang="0">
                  <a:pos x="16" y="64"/>
                </a:cxn>
                <a:cxn ang="0">
                  <a:pos x="22" y="76"/>
                </a:cxn>
                <a:cxn ang="0">
                  <a:pos x="30" y="88"/>
                </a:cxn>
                <a:cxn ang="0">
                  <a:pos x="30" y="88"/>
                </a:cxn>
                <a:cxn ang="0">
                  <a:pos x="44" y="110"/>
                </a:cxn>
                <a:cxn ang="0">
                  <a:pos x="56" y="130"/>
                </a:cxn>
                <a:cxn ang="0">
                  <a:pos x="66" y="152"/>
                </a:cxn>
                <a:cxn ang="0">
                  <a:pos x="72" y="174"/>
                </a:cxn>
                <a:cxn ang="0">
                  <a:pos x="72" y="174"/>
                </a:cxn>
                <a:cxn ang="0">
                  <a:pos x="76" y="200"/>
                </a:cxn>
                <a:cxn ang="0">
                  <a:pos x="80" y="230"/>
                </a:cxn>
                <a:cxn ang="0">
                  <a:pos x="84" y="244"/>
                </a:cxn>
                <a:cxn ang="0">
                  <a:pos x="88" y="260"/>
                </a:cxn>
                <a:cxn ang="0">
                  <a:pos x="96" y="274"/>
                </a:cxn>
                <a:cxn ang="0">
                  <a:pos x="104" y="288"/>
                </a:cxn>
                <a:cxn ang="0">
                  <a:pos x="104" y="288"/>
                </a:cxn>
                <a:cxn ang="0">
                  <a:pos x="138" y="334"/>
                </a:cxn>
                <a:cxn ang="0">
                  <a:pos x="150" y="354"/>
                </a:cxn>
                <a:cxn ang="0">
                  <a:pos x="162" y="380"/>
                </a:cxn>
                <a:cxn ang="0">
                  <a:pos x="162" y="380"/>
                </a:cxn>
                <a:cxn ang="0">
                  <a:pos x="172" y="406"/>
                </a:cxn>
                <a:cxn ang="0">
                  <a:pos x="182" y="424"/>
                </a:cxn>
                <a:cxn ang="0">
                  <a:pos x="194" y="442"/>
                </a:cxn>
                <a:cxn ang="0">
                  <a:pos x="194" y="442"/>
                </a:cxn>
                <a:cxn ang="0">
                  <a:pos x="194" y="442"/>
                </a:cxn>
                <a:cxn ang="0">
                  <a:pos x="192" y="422"/>
                </a:cxn>
                <a:cxn ang="0">
                  <a:pos x="186" y="400"/>
                </a:cxn>
                <a:cxn ang="0">
                  <a:pos x="174" y="374"/>
                </a:cxn>
                <a:cxn ang="0">
                  <a:pos x="174" y="374"/>
                </a:cxn>
                <a:cxn ang="0">
                  <a:pos x="164" y="350"/>
                </a:cxn>
                <a:cxn ang="0">
                  <a:pos x="158" y="326"/>
                </a:cxn>
                <a:cxn ang="0">
                  <a:pos x="150" y="270"/>
                </a:cxn>
                <a:cxn ang="0">
                  <a:pos x="150" y="270"/>
                </a:cxn>
                <a:cxn ang="0">
                  <a:pos x="146" y="254"/>
                </a:cxn>
                <a:cxn ang="0">
                  <a:pos x="140" y="238"/>
                </a:cxn>
                <a:cxn ang="0">
                  <a:pos x="132" y="224"/>
                </a:cxn>
                <a:cxn ang="0">
                  <a:pos x="124" y="210"/>
                </a:cxn>
                <a:cxn ang="0">
                  <a:pos x="108" y="186"/>
                </a:cxn>
                <a:cxn ang="0">
                  <a:pos x="92" y="166"/>
                </a:cxn>
                <a:cxn ang="0">
                  <a:pos x="92" y="166"/>
                </a:cxn>
                <a:cxn ang="0">
                  <a:pos x="80" y="146"/>
                </a:cxn>
                <a:cxn ang="0">
                  <a:pos x="72" y="124"/>
                </a:cxn>
                <a:cxn ang="0">
                  <a:pos x="66" y="102"/>
                </a:cxn>
                <a:cxn ang="0">
                  <a:pos x="62" y="76"/>
                </a:cxn>
                <a:cxn ang="0">
                  <a:pos x="62" y="76"/>
                </a:cxn>
                <a:cxn ang="0">
                  <a:pos x="58" y="62"/>
                </a:cxn>
                <a:cxn ang="0">
                  <a:pos x="54" y="48"/>
                </a:cxn>
                <a:cxn ang="0">
                  <a:pos x="42" y="24"/>
                </a:cxn>
                <a:cxn ang="0">
                  <a:pos x="32" y="8"/>
                </a:cxn>
                <a:cxn ang="0">
                  <a:pos x="28" y="0"/>
                </a:cxn>
                <a:cxn ang="0">
                  <a:pos x="0" y="12"/>
                </a:cxn>
              </a:cxnLst>
              <a:rect l="0" t="0" r="r" b="b"/>
              <a:pathLst>
                <a:path w="194" h="442">
                  <a:moveTo>
                    <a:pt x="0" y="12"/>
                  </a:moveTo>
                  <a:lnTo>
                    <a:pt x="0" y="12"/>
                  </a:lnTo>
                  <a:lnTo>
                    <a:pt x="2" y="20"/>
                  </a:lnTo>
                  <a:lnTo>
                    <a:pt x="6" y="40"/>
                  </a:lnTo>
                  <a:lnTo>
                    <a:pt x="16" y="64"/>
                  </a:lnTo>
                  <a:lnTo>
                    <a:pt x="22" y="76"/>
                  </a:lnTo>
                  <a:lnTo>
                    <a:pt x="30" y="88"/>
                  </a:lnTo>
                  <a:lnTo>
                    <a:pt x="30" y="88"/>
                  </a:lnTo>
                  <a:lnTo>
                    <a:pt x="44" y="110"/>
                  </a:lnTo>
                  <a:lnTo>
                    <a:pt x="56" y="130"/>
                  </a:lnTo>
                  <a:lnTo>
                    <a:pt x="66" y="152"/>
                  </a:lnTo>
                  <a:lnTo>
                    <a:pt x="72" y="174"/>
                  </a:lnTo>
                  <a:lnTo>
                    <a:pt x="72" y="174"/>
                  </a:lnTo>
                  <a:lnTo>
                    <a:pt x="76" y="200"/>
                  </a:lnTo>
                  <a:lnTo>
                    <a:pt x="80" y="230"/>
                  </a:lnTo>
                  <a:lnTo>
                    <a:pt x="84" y="244"/>
                  </a:lnTo>
                  <a:lnTo>
                    <a:pt x="88" y="260"/>
                  </a:lnTo>
                  <a:lnTo>
                    <a:pt x="96" y="274"/>
                  </a:lnTo>
                  <a:lnTo>
                    <a:pt x="104" y="288"/>
                  </a:lnTo>
                  <a:lnTo>
                    <a:pt x="104" y="288"/>
                  </a:lnTo>
                  <a:lnTo>
                    <a:pt x="138" y="334"/>
                  </a:lnTo>
                  <a:lnTo>
                    <a:pt x="150" y="354"/>
                  </a:lnTo>
                  <a:lnTo>
                    <a:pt x="162" y="380"/>
                  </a:lnTo>
                  <a:lnTo>
                    <a:pt x="162" y="380"/>
                  </a:lnTo>
                  <a:lnTo>
                    <a:pt x="172" y="406"/>
                  </a:lnTo>
                  <a:lnTo>
                    <a:pt x="182" y="424"/>
                  </a:lnTo>
                  <a:lnTo>
                    <a:pt x="194" y="442"/>
                  </a:lnTo>
                  <a:lnTo>
                    <a:pt x="194" y="442"/>
                  </a:lnTo>
                  <a:lnTo>
                    <a:pt x="194" y="442"/>
                  </a:lnTo>
                  <a:lnTo>
                    <a:pt x="192" y="422"/>
                  </a:lnTo>
                  <a:lnTo>
                    <a:pt x="186" y="400"/>
                  </a:lnTo>
                  <a:lnTo>
                    <a:pt x="174" y="374"/>
                  </a:lnTo>
                  <a:lnTo>
                    <a:pt x="174" y="374"/>
                  </a:lnTo>
                  <a:lnTo>
                    <a:pt x="164" y="350"/>
                  </a:lnTo>
                  <a:lnTo>
                    <a:pt x="158" y="326"/>
                  </a:lnTo>
                  <a:lnTo>
                    <a:pt x="150" y="270"/>
                  </a:lnTo>
                  <a:lnTo>
                    <a:pt x="150" y="270"/>
                  </a:lnTo>
                  <a:lnTo>
                    <a:pt x="146" y="254"/>
                  </a:lnTo>
                  <a:lnTo>
                    <a:pt x="140" y="238"/>
                  </a:lnTo>
                  <a:lnTo>
                    <a:pt x="132" y="224"/>
                  </a:lnTo>
                  <a:lnTo>
                    <a:pt x="124" y="210"/>
                  </a:lnTo>
                  <a:lnTo>
                    <a:pt x="108" y="186"/>
                  </a:lnTo>
                  <a:lnTo>
                    <a:pt x="92" y="166"/>
                  </a:lnTo>
                  <a:lnTo>
                    <a:pt x="92" y="166"/>
                  </a:lnTo>
                  <a:lnTo>
                    <a:pt x="80" y="146"/>
                  </a:lnTo>
                  <a:lnTo>
                    <a:pt x="72" y="124"/>
                  </a:lnTo>
                  <a:lnTo>
                    <a:pt x="66" y="102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58" y="62"/>
                  </a:lnTo>
                  <a:lnTo>
                    <a:pt x="54" y="48"/>
                  </a:lnTo>
                  <a:lnTo>
                    <a:pt x="42" y="24"/>
                  </a:lnTo>
                  <a:lnTo>
                    <a:pt x="32" y="8"/>
                  </a:lnTo>
                  <a:lnTo>
                    <a:pt x="28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Freeform 161"/>
            <p:cNvSpPr/>
            <p:nvPr/>
          </p:nvSpPr>
          <p:spPr bwMode="auto">
            <a:xfrm>
              <a:off x="4730750" y="3816350"/>
              <a:ext cx="66675" cy="155575"/>
            </a:xfrm>
            <a:custGeom>
              <a:avLst/>
              <a:gdLst/>
              <a:ahLst/>
              <a:cxnLst>
                <a:cxn ang="0">
                  <a:pos x="32" y="44"/>
                </a:cxn>
                <a:cxn ang="0">
                  <a:pos x="32" y="44"/>
                </a:cxn>
                <a:cxn ang="0">
                  <a:pos x="24" y="30"/>
                </a:cxn>
                <a:cxn ang="0">
                  <a:pos x="16" y="16"/>
                </a:cxn>
                <a:cxn ang="0">
                  <a:pos x="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2" y="22"/>
                </a:cxn>
                <a:cxn ang="0">
                  <a:pos x="6" y="38"/>
                </a:cxn>
                <a:cxn ang="0">
                  <a:pos x="12" y="54"/>
                </a:cxn>
                <a:cxn ang="0">
                  <a:pos x="12" y="54"/>
                </a:cxn>
                <a:cxn ang="0">
                  <a:pos x="18" y="68"/>
                </a:cxn>
                <a:cxn ang="0">
                  <a:pos x="26" y="82"/>
                </a:cxn>
                <a:cxn ang="0">
                  <a:pos x="34" y="92"/>
                </a:cxn>
                <a:cxn ang="0">
                  <a:pos x="42" y="98"/>
                </a:cxn>
                <a:cxn ang="0">
                  <a:pos x="42" y="98"/>
                </a:cxn>
                <a:cxn ang="0">
                  <a:pos x="42" y="88"/>
                </a:cxn>
                <a:cxn ang="0">
                  <a:pos x="40" y="76"/>
                </a:cxn>
                <a:cxn ang="0">
                  <a:pos x="36" y="60"/>
                </a:cxn>
                <a:cxn ang="0">
                  <a:pos x="32" y="44"/>
                </a:cxn>
                <a:cxn ang="0">
                  <a:pos x="32" y="44"/>
                </a:cxn>
              </a:cxnLst>
              <a:rect l="0" t="0" r="r" b="b"/>
              <a:pathLst>
                <a:path w="42" h="98">
                  <a:moveTo>
                    <a:pt x="32" y="44"/>
                  </a:moveTo>
                  <a:lnTo>
                    <a:pt x="32" y="44"/>
                  </a:lnTo>
                  <a:lnTo>
                    <a:pt x="24" y="30"/>
                  </a:lnTo>
                  <a:lnTo>
                    <a:pt x="16" y="16"/>
                  </a:lnTo>
                  <a:lnTo>
                    <a:pt x="8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2" y="22"/>
                  </a:lnTo>
                  <a:lnTo>
                    <a:pt x="6" y="38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8" y="68"/>
                  </a:lnTo>
                  <a:lnTo>
                    <a:pt x="26" y="82"/>
                  </a:lnTo>
                  <a:lnTo>
                    <a:pt x="34" y="92"/>
                  </a:lnTo>
                  <a:lnTo>
                    <a:pt x="42" y="98"/>
                  </a:lnTo>
                  <a:lnTo>
                    <a:pt x="42" y="98"/>
                  </a:lnTo>
                  <a:lnTo>
                    <a:pt x="42" y="88"/>
                  </a:lnTo>
                  <a:lnTo>
                    <a:pt x="40" y="76"/>
                  </a:lnTo>
                  <a:lnTo>
                    <a:pt x="36" y="60"/>
                  </a:lnTo>
                  <a:lnTo>
                    <a:pt x="32" y="44"/>
                  </a:lnTo>
                  <a:lnTo>
                    <a:pt x="32" y="4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5" name="Freeform 162"/>
            <p:cNvSpPr/>
            <p:nvPr/>
          </p:nvSpPr>
          <p:spPr bwMode="auto">
            <a:xfrm>
              <a:off x="4235450" y="3473450"/>
              <a:ext cx="346075" cy="768350"/>
            </a:xfrm>
            <a:custGeom>
              <a:avLst/>
              <a:gdLst/>
              <a:ahLst/>
              <a:cxnLst>
                <a:cxn ang="0">
                  <a:pos x="20" y="462"/>
                </a:cxn>
                <a:cxn ang="0">
                  <a:pos x="32" y="444"/>
                </a:cxn>
                <a:cxn ang="0">
                  <a:pos x="54" y="396"/>
                </a:cxn>
                <a:cxn ang="0">
                  <a:pos x="54" y="396"/>
                </a:cxn>
                <a:cxn ang="0">
                  <a:pos x="70" y="364"/>
                </a:cxn>
                <a:cxn ang="0">
                  <a:pos x="110" y="308"/>
                </a:cxn>
                <a:cxn ang="0">
                  <a:pos x="118" y="296"/>
                </a:cxn>
                <a:cxn ang="0">
                  <a:pos x="132" y="260"/>
                </a:cxn>
                <a:cxn ang="0">
                  <a:pos x="140" y="212"/>
                </a:cxn>
                <a:cxn ang="0">
                  <a:pos x="144" y="190"/>
                </a:cxn>
                <a:cxn ang="0">
                  <a:pos x="158" y="150"/>
                </a:cxn>
                <a:cxn ang="0">
                  <a:pos x="184" y="110"/>
                </a:cxn>
                <a:cxn ang="0">
                  <a:pos x="192" y="96"/>
                </a:cxn>
                <a:cxn ang="0">
                  <a:pos x="208" y="58"/>
                </a:cxn>
                <a:cxn ang="0">
                  <a:pos x="216" y="28"/>
                </a:cxn>
                <a:cxn ang="0">
                  <a:pos x="210" y="16"/>
                </a:cxn>
                <a:cxn ang="0">
                  <a:pos x="170" y="8"/>
                </a:cxn>
                <a:cxn ang="0">
                  <a:pos x="164" y="16"/>
                </a:cxn>
                <a:cxn ang="0">
                  <a:pos x="142" y="60"/>
                </a:cxn>
                <a:cxn ang="0">
                  <a:pos x="134" y="88"/>
                </a:cxn>
                <a:cxn ang="0">
                  <a:pos x="130" y="114"/>
                </a:cxn>
                <a:cxn ang="0">
                  <a:pos x="116" y="156"/>
                </a:cxn>
                <a:cxn ang="0">
                  <a:pos x="92" y="192"/>
                </a:cxn>
                <a:cxn ang="0">
                  <a:pos x="78" y="212"/>
                </a:cxn>
                <a:cxn ang="0">
                  <a:pos x="54" y="256"/>
                </a:cxn>
                <a:cxn ang="0">
                  <a:pos x="46" y="282"/>
                </a:cxn>
                <a:cxn ang="0">
                  <a:pos x="42" y="314"/>
                </a:cxn>
                <a:cxn ang="0">
                  <a:pos x="30" y="366"/>
                </a:cxn>
                <a:cxn ang="0">
                  <a:pos x="22" y="384"/>
                </a:cxn>
                <a:cxn ang="0">
                  <a:pos x="4" y="434"/>
                </a:cxn>
                <a:cxn ang="0">
                  <a:pos x="2" y="456"/>
                </a:cxn>
                <a:cxn ang="0">
                  <a:pos x="20" y="462"/>
                </a:cxn>
              </a:cxnLst>
              <a:rect l="0" t="0" r="r" b="b"/>
              <a:pathLst>
                <a:path w="218" h="484">
                  <a:moveTo>
                    <a:pt x="20" y="462"/>
                  </a:moveTo>
                  <a:lnTo>
                    <a:pt x="20" y="462"/>
                  </a:lnTo>
                  <a:lnTo>
                    <a:pt x="24" y="458"/>
                  </a:lnTo>
                  <a:lnTo>
                    <a:pt x="32" y="444"/>
                  </a:lnTo>
                  <a:lnTo>
                    <a:pt x="44" y="424"/>
                  </a:lnTo>
                  <a:lnTo>
                    <a:pt x="54" y="396"/>
                  </a:lnTo>
                  <a:lnTo>
                    <a:pt x="54" y="396"/>
                  </a:lnTo>
                  <a:lnTo>
                    <a:pt x="54" y="396"/>
                  </a:lnTo>
                  <a:lnTo>
                    <a:pt x="62" y="380"/>
                  </a:lnTo>
                  <a:lnTo>
                    <a:pt x="70" y="364"/>
                  </a:lnTo>
                  <a:lnTo>
                    <a:pt x="90" y="336"/>
                  </a:lnTo>
                  <a:lnTo>
                    <a:pt x="110" y="308"/>
                  </a:lnTo>
                  <a:lnTo>
                    <a:pt x="110" y="308"/>
                  </a:lnTo>
                  <a:lnTo>
                    <a:pt x="118" y="296"/>
                  </a:lnTo>
                  <a:lnTo>
                    <a:pt x="124" y="284"/>
                  </a:lnTo>
                  <a:lnTo>
                    <a:pt x="132" y="260"/>
                  </a:lnTo>
                  <a:lnTo>
                    <a:pt x="138" y="236"/>
                  </a:lnTo>
                  <a:lnTo>
                    <a:pt x="140" y="21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50" y="170"/>
                  </a:lnTo>
                  <a:lnTo>
                    <a:pt x="158" y="150"/>
                  </a:lnTo>
                  <a:lnTo>
                    <a:pt x="170" y="130"/>
                  </a:lnTo>
                  <a:lnTo>
                    <a:pt x="184" y="110"/>
                  </a:lnTo>
                  <a:lnTo>
                    <a:pt x="184" y="110"/>
                  </a:lnTo>
                  <a:lnTo>
                    <a:pt x="192" y="96"/>
                  </a:lnTo>
                  <a:lnTo>
                    <a:pt x="198" y="84"/>
                  </a:lnTo>
                  <a:lnTo>
                    <a:pt x="208" y="58"/>
                  </a:lnTo>
                  <a:lnTo>
                    <a:pt x="214" y="38"/>
                  </a:lnTo>
                  <a:lnTo>
                    <a:pt x="216" y="28"/>
                  </a:lnTo>
                  <a:lnTo>
                    <a:pt x="218" y="18"/>
                  </a:lnTo>
                  <a:lnTo>
                    <a:pt x="210" y="16"/>
                  </a:lnTo>
                  <a:lnTo>
                    <a:pt x="174" y="0"/>
                  </a:lnTo>
                  <a:lnTo>
                    <a:pt x="170" y="8"/>
                  </a:lnTo>
                  <a:lnTo>
                    <a:pt x="170" y="8"/>
                  </a:lnTo>
                  <a:lnTo>
                    <a:pt x="164" y="16"/>
                  </a:lnTo>
                  <a:lnTo>
                    <a:pt x="154" y="34"/>
                  </a:lnTo>
                  <a:lnTo>
                    <a:pt x="142" y="60"/>
                  </a:lnTo>
                  <a:lnTo>
                    <a:pt x="138" y="74"/>
                  </a:lnTo>
                  <a:lnTo>
                    <a:pt x="134" y="88"/>
                  </a:lnTo>
                  <a:lnTo>
                    <a:pt x="134" y="88"/>
                  </a:lnTo>
                  <a:lnTo>
                    <a:pt x="130" y="114"/>
                  </a:lnTo>
                  <a:lnTo>
                    <a:pt x="124" y="136"/>
                  </a:lnTo>
                  <a:lnTo>
                    <a:pt x="116" y="156"/>
                  </a:lnTo>
                  <a:lnTo>
                    <a:pt x="106" y="174"/>
                  </a:lnTo>
                  <a:lnTo>
                    <a:pt x="92" y="192"/>
                  </a:lnTo>
                  <a:lnTo>
                    <a:pt x="92" y="192"/>
                  </a:lnTo>
                  <a:lnTo>
                    <a:pt x="78" y="212"/>
                  </a:lnTo>
                  <a:lnTo>
                    <a:pt x="64" y="232"/>
                  </a:lnTo>
                  <a:lnTo>
                    <a:pt x="54" y="256"/>
                  </a:lnTo>
                  <a:lnTo>
                    <a:pt x="50" y="268"/>
                  </a:lnTo>
                  <a:lnTo>
                    <a:pt x="46" y="282"/>
                  </a:lnTo>
                  <a:lnTo>
                    <a:pt x="42" y="314"/>
                  </a:lnTo>
                  <a:lnTo>
                    <a:pt x="42" y="314"/>
                  </a:lnTo>
                  <a:lnTo>
                    <a:pt x="36" y="350"/>
                  </a:lnTo>
                  <a:lnTo>
                    <a:pt x="30" y="366"/>
                  </a:lnTo>
                  <a:lnTo>
                    <a:pt x="22" y="384"/>
                  </a:lnTo>
                  <a:lnTo>
                    <a:pt x="22" y="384"/>
                  </a:lnTo>
                  <a:lnTo>
                    <a:pt x="12" y="410"/>
                  </a:lnTo>
                  <a:lnTo>
                    <a:pt x="4" y="434"/>
                  </a:lnTo>
                  <a:lnTo>
                    <a:pt x="2" y="448"/>
                  </a:lnTo>
                  <a:lnTo>
                    <a:pt x="2" y="456"/>
                  </a:lnTo>
                  <a:lnTo>
                    <a:pt x="0" y="484"/>
                  </a:lnTo>
                  <a:lnTo>
                    <a:pt x="20" y="46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6" name="Freeform 163"/>
            <p:cNvSpPr/>
            <p:nvPr/>
          </p:nvSpPr>
          <p:spPr bwMode="auto">
            <a:xfrm>
              <a:off x="4254500" y="3495675"/>
              <a:ext cx="307975" cy="701675"/>
            </a:xfrm>
            <a:custGeom>
              <a:avLst/>
              <a:gdLst/>
              <a:ahLst/>
              <a:cxnLst>
                <a:cxn ang="0">
                  <a:pos x="166" y="0"/>
                </a:cxn>
                <a:cxn ang="0">
                  <a:pos x="166" y="0"/>
                </a:cxn>
                <a:cxn ang="0">
                  <a:pos x="162" y="8"/>
                </a:cxn>
                <a:cxn ang="0">
                  <a:pos x="152" y="24"/>
                </a:cxn>
                <a:cxn ang="0">
                  <a:pos x="140" y="48"/>
                </a:cxn>
                <a:cxn ang="0">
                  <a:pos x="136" y="62"/>
                </a:cxn>
                <a:cxn ang="0">
                  <a:pos x="132" y="76"/>
                </a:cxn>
                <a:cxn ang="0">
                  <a:pos x="132" y="76"/>
                </a:cxn>
                <a:cxn ang="0">
                  <a:pos x="128" y="102"/>
                </a:cxn>
                <a:cxn ang="0">
                  <a:pos x="122" y="124"/>
                </a:cxn>
                <a:cxn ang="0">
                  <a:pos x="114" y="146"/>
                </a:cxn>
                <a:cxn ang="0">
                  <a:pos x="102" y="166"/>
                </a:cxn>
                <a:cxn ang="0">
                  <a:pos x="102" y="166"/>
                </a:cxn>
                <a:cxn ang="0">
                  <a:pos x="86" y="186"/>
                </a:cxn>
                <a:cxn ang="0">
                  <a:pos x="70" y="210"/>
                </a:cxn>
                <a:cxn ang="0">
                  <a:pos x="62" y="224"/>
                </a:cxn>
                <a:cxn ang="0">
                  <a:pos x="54" y="238"/>
                </a:cxn>
                <a:cxn ang="0">
                  <a:pos x="48" y="254"/>
                </a:cxn>
                <a:cxn ang="0">
                  <a:pos x="44" y="270"/>
                </a:cxn>
                <a:cxn ang="0">
                  <a:pos x="44" y="270"/>
                </a:cxn>
                <a:cxn ang="0">
                  <a:pos x="36" y="326"/>
                </a:cxn>
                <a:cxn ang="0">
                  <a:pos x="30" y="350"/>
                </a:cxn>
                <a:cxn ang="0">
                  <a:pos x="20" y="374"/>
                </a:cxn>
                <a:cxn ang="0">
                  <a:pos x="20" y="374"/>
                </a:cxn>
                <a:cxn ang="0">
                  <a:pos x="8" y="400"/>
                </a:cxn>
                <a:cxn ang="0">
                  <a:pos x="2" y="422"/>
                </a:cxn>
                <a:cxn ang="0">
                  <a:pos x="0" y="442"/>
                </a:cxn>
                <a:cxn ang="0">
                  <a:pos x="0" y="442"/>
                </a:cxn>
                <a:cxn ang="0">
                  <a:pos x="0" y="442"/>
                </a:cxn>
                <a:cxn ang="0">
                  <a:pos x="12" y="424"/>
                </a:cxn>
                <a:cxn ang="0">
                  <a:pos x="22" y="406"/>
                </a:cxn>
                <a:cxn ang="0">
                  <a:pos x="32" y="380"/>
                </a:cxn>
                <a:cxn ang="0">
                  <a:pos x="32" y="380"/>
                </a:cxn>
                <a:cxn ang="0">
                  <a:pos x="44" y="354"/>
                </a:cxn>
                <a:cxn ang="0">
                  <a:pos x="56" y="334"/>
                </a:cxn>
                <a:cxn ang="0">
                  <a:pos x="90" y="288"/>
                </a:cxn>
                <a:cxn ang="0">
                  <a:pos x="90" y="288"/>
                </a:cxn>
                <a:cxn ang="0">
                  <a:pos x="98" y="274"/>
                </a:cxn>
                <a:cxn ang="0">
                  <a:pos x="106" y="260"/>
                </a:cxn>
                <a:cxn ang="0">
                  <a:pos x="110" y="244"/>
                </a:cxn>
                <a:cxn ang="0">
                  <a:pos x="114" y="228"/>
                </a:cxn>
                <a:cxn ang="0">
                  <a:pos x="118" y="200"/>
                </a:cxn>
                <a:cxn ang="0">
                  <a:pos x="122" y="174"/>
                </a:cxn>
                <a:cxn ang="0">
                  <a:pos x="122" y="174"/>
                </a:cxn>
                <a:cxn ang="0">
                  <a:pos x="128" y="152"/>
                </a:cxn>
                <a:cxn ang="0">
                  <a:pos x="138" y="130"/>
                </a:cxn>
                <a:cxn ang="0">
                  <a:pos x="150" y="110"/>
                </a:cxn>
                <a:cxn ang="0">
                  <a:pos x="164" y="88"/>
                </a:cxn>
                <a:cxn ang="0">
                  <a:pos x="164" y="88"/>
                </a:cxn>
                <a:cxn ang="0">
                  <a:pos x="172" y="76"/>
                </a:cxn>
                <a:cxn ang="0">
                  <a:pos x="178" y="64"/>
                </a:cxn>
                <a:cxn ang="0">
                  <a:pos x="188" y="40"/>
                </a:cxn>
                <a:cxn ang="0">
                  <a:pos x="192" y="20"/>
                </a:cxn>
                <a:cxn ang="0">
                  <a:pos x="194" y="12"/>
                </a:cxn>
                <a:cxn ang="0">
                  <a:pos x="166" y="0"/>
                </a:cxn>
              </a:cxnLst>
              <a:rect l="0" t="0" r="r" b="b"/>
              <a:pathLst>
                <a:path w="194" h="442">
                  <a:moveTo>
                    <a:pt x="166" y="0"/>
                  </a:moveTo>
                  <a:lnTo>
                    <a:pt x="166" y="0"/>
                  </a:lnTo>
                  <a:lnTo>
                    <a:pt x="162" y="8"/>
                  </a:lnTo>
                  <a:lnTo>
                    <a:pt x="152" y="24"/>
                  </a:lnTo>
                  <a:lnTo>
                    <a:pt x="140" y="48"/>
                  </a:lnTo>
                  <a:lnTo>
                    <a:pt x="136" y="62"/>
                  </a:lnTo>
                  <a:lnTo>
                    <a:pt x="132" y="76"/>
                  </a:lnTo>
                  <a:lnTo>
                    <a:pt x="132" y="76"/>
                  </a:lnTo>
                  <a:lnTo>
                    <a:pt x="128" y="102"/>
                  </a:lnTo>
                  <a:lnTo>
                    <a:pt x="122" y="124"/>
                  </a:lnTo>
                  <a:lnTo>
                    <a:pt x="114" y="146"/>
                  </a:lnTo>
                  <a:lnTo>
                    <a:pt x="102" y="166"/>
                  </a:lnTo>
                  <a:lnTo>
                    <a:pt x="102" y="166"/>
                  </a:lnTo>
                  <a:lnTo>
                    <a:pt x="86" y="186"/>
                  </a:lnTo>
                  <a:lnTo>
                    <a:pt x="70" y="210"/>
                  </a:lnTo>
                  <a:lnTo>
                    <a:pt x="62" y="224"/>
                  </a:lnTo>
                  <a:lnTo>
                    <a:pt x="54" y="238"/>
                  </a:lnTo>
                  <a:lnTo>
                    <a:pt x="48" y="254"/>
                  </a:lnTo>
                  <a:lnTo>
                    <a:pt x="44" y="270"/>
                  </a:lnTo>
                  <a:lnTo>
                    <a:pt x="44" y="270"/>
                  </a:lnTo>
                  <a:lnTo>
                    <a:pt x="36" y="326"/>
                  </a:lnTo>
                  <a:lnTo>
                    <a:pt x="30" y="350"/>
                  </a:lnTo>
                  <a:lnTo>
                    <a:pt x="20" y="374"/>
                  </a:lnTo>
                  <a:lnTo>
                    <a:pt x="20" y="374"/>
                  </a:lnTo>
                  <a:lnTo>
                    <a:pt x="8" y="400"/>
                  </a:lnTo>
                  <a:lnTo>
                    <a:pt x="2" y="422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12" y="424"/>
                  </a:lnTo>
                  <a:lnTo>
                    <a:pt x="22" y="406"/>
                  </a:lnTo>
                  <a:lnTo>
                    <a:pt x="32" y="380"/>
                  </a:lnTo>
                  <a:lnTo>
                    <a:pt x="32" y="380"/>
                  </a:lnTo>
                  <a:lnTo>
                    <a:pt x="44" y="354"/>
                  </a:lnTo>
                  <a:lnTo>
                    <a:pt x="56" y="334"/>
                  </a:lnTo>
                  <a:lnTo>
                    <a:pt x="90" y="288"/>
                  </a:lnTo>
                  <a:lnTo>
                    <a:pt x="90" y="288"/>
                  </a:lnTo>
                  <a:lnTo>
                    <a:pt x="98" y="274"/>
                  </a:lnTo>
                  <a:lnTo>
                    <a:pt x="106" y="260"/>
                  </a:lnTo>
                  <a:lnTo>
                    <a:pt x="110" y="244"/>
                  </a:lnTo>
                  <a:lnTo>
                    <a:pt x="114" y="228"/>
                  </a:lnTo>
                  <a:lnTo>
                    <a:pt x="118" y="200"/>
                  </a:lnTo>
                  <a:lnTo>
                    <a:pt x="122" y="174"/>
                  </a:lnTo>
                  <a:lnTo>
                    <a:pt x="122" y="174"/>
                  </a:lnTo>
                  <a:lnTo>
                    <a:pt x="128" y="152"/>
                  </a:lnTo>
                  <a:lnTo>
                    <a:pt x="138" y="130"/>
                  </a:lnTo>
                  <a:lnTo>
                    <a:pt x="150" y="110"/>
                  </a:lnTo>
                  <a:lnTo>
                    <a:pt x="164" y="88"/>
                  </a:lnTo>
                  <a:lnTo>
                    <a:pt x="164" y="88"/>
                  </a:lnTo>
                  <a:lnTo>
                    <a:pt x="172" y="76"/>
                  </a:lnTo>
                  <a:lnTo>
                    <a:pt x="178" y="64"/>
                  </a:lnTo>
                  <a:lnTo>
                    <a:pt x="188" y="40"/>
                  </a:lnTo>
                  <a:lnTo>
                    <a:pt x="192" y="20"/>
                  </a:lnTo>
                  <a:lnTo>
                    <a:pt x="194" y="1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7" name="Freeform 164"/>
            <p:cNvSpPr/>
            <p:nvPr/>
          </p:nvSpPr>
          <p:spPr bwMode="auto">
            <a:xfrm>
              <a:off x="4346575" y="3816350"/>
              <a:ext cx="66675" cy="155575"/>
            </a:xfrm>
            <a:custGeom>
              <a:avLst/>
              <a:gdLst/>
              <a:ahLst/>
              <a:cxnLst>
                <a:cxn ang="0">
                  <a:pos x="30" y="54"/>
                </a:cxn>
                <a:cxn ang="0">
                  <a:pos x="30" y="54"/>
                </a:cxn>
                <a:cxn ang="0">
                  <a:pos x="36" y="38"/>
                </a:cxn>
                <a:cxn ang="0">
                  <a:pos x="40" y="22"/>
                </a:cxn>
                <a:cxn ang="0">
                  <a:pos x="42" y="1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4" y="6"/>
                </a:cxn>
                <a:cxn ang="0">
                  <a:pos x="26" y="16"/>
                </a:cxn>
                <a:cxn ang="0">
                  <a:pos x="18" y="30"/>
                </a:cxn>
                <a:cxn ang="0">
                  <a:pos x="10" y="44"/>
                </a:cxn>
                <a:cxn ang="0">
                  <a:pos x="10" y="44"/>
                </a:cxn>
                <a:cxn ang="0">
                  <a:pos x="6" y="60"/>
                </a:cxn>
                <a:cxn ang="0">
                  <a:pos x="2" y="76"/>
                </a:cxn>
                <a:cxn ang="0">
                  <a:pos x="0" y="88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8" y="92"/>
                </a:cxn>
                <a:cxn ang="0">
                  <a:pos x="16" y="82"/>
                </a:cxn>
                <a:cxn ang="0">
                  <a:pos x="24" y="68"/>
                </a:cxn>
                <a:cxn ang="0">
                  <a:pos x="30" y="54"/>
                </a:cxn>
                <a:cxn ang="0">
                  <a:pos x="30" y="54"/>
                </a:cxn>
              </a:cxnLst>
              <a:rect l="0" t="0" r="r" b="b"/>
              <a:pathLst>
                <a:path w="42" h="98">
                  <a:moveTo>
                    <a:pt x="30" y="54"/>
                  </a:moveTo>
                  <a:lnTo>
                    <a:pt x="30" y="54"/>
                  </a:lnTo>
                  <a:lnTo>
                    <a:pt x="36" y="38"/>
                  </a:lnTo>
                  <a:lnTo>
                    <a:pt x="40" y="22"/>
                  </a:lnTo>
                  <a:lnTo>
                    <a:pt x="42" y="1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4" y="6"/>
                  </a:lnTo>
                  <a:lnTo>
                    <a:pt x="26" y="16"/>
                  </a:lnTo>
                  <a:lnTo>
                    <a:pt x="18" y="30"/>
                  </a:lnTo>
                  <a:lnTo>
                    <a:pt x="10" y="44"/>
                  </a:lnTo>
                  <a:lnTo>
                    <a:pt x="10" y="44"/>
                  </a:lnTo>
                  <a:lnTo>
                    <a:pt x="6" y="60"/>
                  </a:lnTo>
                  <a:lnTo>
                    <a:pt x="2" y="76"/>
                  </a:lnTo>
                  <a:lnTo>
                    <a:pt x="0" y="8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8" y="92"/>
                  </a:lnTo>
                  <a:lnTo>
                    <a:pt x="16" y="82"/>
                  </a:lnTo>
                  <a:lnTo>
                    <a:pt x="24" y="68"/>
                  </a:lnTo>
                  <a:lnTo>
                    <a:pt x="30" y="54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Freeform 165"/>
            <p:cNvSpPr/>
            <p:nvPr/>
          </p:nvSpPr>
          <p:spPr bwMode="auto">
            <a:xfrm>
              <a:off x="3759200" y="3419475"/>
              <a:ext cx="768350" cy="346075"/>
            </a:xfrm>
            <a:custGeom>
              <a:avLst/>
              <a:gdLst/>
              <a:ahLst/>
              <a:cxnLst>
                <a:cxn ang="0">
                  <a:pos x="28" y="216"/>
                </a:cxn>
                <a:cxn ang="0">
                  <a:pos x="50" y="214"/>
                </a:cxn>
                <a:cxn ang="0">
                  <a:pos x="100" y="196"/>
                </a:cxn>
                <a:cxn ang="0">
                  <a:pos x="100" y="196"/>
                </a:cxn>
                <a:cxn ang="0">
                  <a:pos x="134" y="182"/>
                </a:cxn>
                <a:cxn ang="0">
                  <a:pos x="202" y="172"/>
                </a:cxn>
                <a:cxn ang="0">
                  <a:pos x="216" y="168"/>
                </a:cxn>
                <a:cxn ang="0">
                  <a:pos x="252" y="154"/>
                </a:cxn>
                <a:cxn ang="0">
                  <a:pos x="292" y="126"/>
                </a:cxn>
                <a:cxn ang="0">
                  <a:pos x="310" y="112"/>
                </a:cxn>
                <a:cxn ang="0">
                  <a:pos x="348" y="94"/>
                </a:cxn>
                <a:cxn ang="0">
                  <a:pos x="396" y="84"/>
                </a:cxn>
                <a:cxn ang="0">
                  <a:pos x="410" y="80"/>
                </a:cxn>
                <a:cxn ang="0">
                  <a:pos x="448" y="64"/>
                </a:cxn>
                <a:cxn ang="0">
                  <a:pos x="476" y="48"/>
                </a:cxn>
                <a:cxn ang="0">
                  <a:pos x="480" y="36"/>
                </a:cxn>
                <a:cxn ang="0">
                  <a:pos x="456" y="2"/>
                </a:cxn>
                <a:cxn ang="0">
                  <a:pos x="448" y="4"/>
                </a:cxn>
                <a:cxn ang="0">
                  <a:pos x="400" y="18"/>
                </a:cxn>
                <a:cxn ang="0">
                  <a:pos x="374" y="34"/>
                </a:cxn>
                <a:cxn ang="0">
                  <a:pos x="354" y="48"/>
                </a:cxn>
                <a:cxn ang="0">
                  <a:pos x="314" y="68"/>
                </a:cxn>
                <a:cxn ang="0">
                  <a:pos x="272" y="78"/>
                </a:cxn>
                <a:cxn ang="0">
                  <a:pos x="248" y="80"/>
                </a:cxn>
                <a:cxn ang="0">
                  <a:pos x="200" y="94"/>
                </a:cxn>
                <a:cxn ang="0">
                  <a:pos x="176" y="108"/>
                </a:cxn>
                <a:cxn ang="0">
                  <a:pos x="148" y="128"/>
                </a:cxn>
                <a:cxn ang="0">
                  <a:pos x="104" y="156"/>
                </a:cxn>
                <a:cxn ang="0">
                  <a:pos x="88" y="164"/>
                </a:cxn>
                <a:cxn ang="0">
                  <a:pos x="40" y="186"/>
                </a:cxn>
                <a:cxn ang="0">
                  <a:pos x="22" y="198"/>
                </a:cxn>
                <a:cxn ang="0">
                  <a:pos x="28" y="216"/>
                </a:cxn>
              </a:cxnLst>
              <a:rect l="0" t="0" r="r" b="b"/>
              <a:pathLst>
                <a:path w="484" h="218">
                  <a:moveTo>
                    <a:pt x="28" y="216"/>
                  </a:moveTo>
                  <a:lnTo>
                    <a:pt x="28" y="216"/>
                  </a:lnTo>
                  <a:lnTo>
                    <a:pt x="36" y="216"/>
                  </a:lnTo>
                  <a:lnTo>
                    <a:pt x="50" y="214"/>
                  </a:lnTo>
                  <a:lnTo>
                    <a:pt x="74" y="206"/>
                  </a:lnTo>
                  <a:lnTo>
                    <a:pt x="100" y="196"/>
                  </a:lnTo>
                  <a:lnTo>
                    <a:pt x="100" y="196"/>
                  </a:lnTo>
                  <a:lnTo>
                    <a:pt x="100" y="196"/>
                  </a:lnTo>
                  <a:lnTo>
                    <a:pt x="118" y="188"/>
                  </a:lnTo>
                  <a:lnTo>
                    <a:pt x="134" y="182"/>
                  </a:lnTo>
                  <a:lnTo>
                    <a:pt x="170" y="176"/>
                  </a:lnTo>
                  <a:lnTo>
                    <a:pt x="202" y="172"/>
                  </a:lnTo>
                  <a:lnTo>
                    <a:pt x="202" y="172"/>
                  </a:lnTo>
                  <a:lnTo>
                    <a:pt x="216" y="168"/>
                  </a:lnTo>
                  <a:lnTo>
                    <a:pt x="228" y="164"/>
                  </a:lnTo>
                  <a:lnTo>
                    <a:pt x="252" y="154"/>
                  </a:lnTo>
                  <a:lnTo>
                    <a:pt x="272" y="140"/>
                  </a:lnTo>
                  <a:lnTo>
                    <a:pt x="292" y="126"/>
                  </a:lnTo>
                  <a:lnTo>
                    <a:pt x="310" y="112"/>
                  </a:lnTo>
                  <a:lnTo>
                    <a:pt x="310" y="112"/>
                  </a:lnTo>
                  <a:lnTo>
                    <a:pt x="328" y="102"/>
                  </a:lnTo>
                  <a:lnTo>
                    <a:pt x="348" y="94"/>
                  </a:lnTo>
                  <a:lnTo>
                    <a:pt x="370" y="88"/>
                  </a:lnTo>
                  <a:lnTo>
                    <a:pt x="396" y="84"/>
                  </a:lnTo>
                  <a:lnTo>
                    <a:pt x="396" y="84"/>
                  </a:lnTo>
                  <a:lnTo>
                    <a:pt x="410" y="80"/>
                  </a:lnTo>
                  <a:lnTo>
                    <a:pt x="424" y="76"/>
                  </a:lnTo>
                  <a:lnTo>
                    <a:pt x="448" y="64"/>
                  </a:lnTo>
                  <a:lnTo>
                    <a:pt x="466" y="54"/>
                  </a:lnTo>
                  <a:lnTo>
                    <a:pt x="476" y="48"/>
                  </a:lnTo>
                  <a:lnTo>
                    <a:pt x="484" y="44"/>
                  </a:lnTo>
                  <a:lnTo>
                    <a:pt x="480" y="36"/>
                  </a:lnTo>
                  <a:lnTo>
                    <a:pt x="466" y="0"/>
                  </a:lnTo>
                  <a:lnTo>
                    <a:pt x="456" y="2"/>
                  </a:lnTo>
                  <a:lnTo>
                    <a:pt x="456" y="2"/>
                  </a:lnTo>
                  <a:lnTo>
                    <a:pt x="448" y="4"/>
                  </a:lnTo>
                  <a:lnTo>
                    <a:pt x="426" y="10"/>
                  </a:lnTo>
                  <a:lnTo>
                    <a:pt x="400" y="18"/>
                  </a:lnTo>
                  <a:lnTo>
                    <a:pt x="388" y="26"/>
                  </a:lnTo>
                  <a:lnTo>
                    <a:pt x="374" y="34"/>
                  </a:lnTo>
                  <a:lnTo>
                    <a:pt x="374" y="34"/>
                  </a:lnTo>
                  <a:lnTo>
                    <a:pt x="354" y="48"/>
                  </a:lnTo>
                  <a:lnTo>
                    <a:pt x="334" y="60"/>
                  </a:lnTo>
                  <a:lnTo>
                    <a:pt x="314" y="68"/>
                  </a:lnTo>
                  <a:lnTo>
                    <a:pt x="294" y="74"/>
                  </a:lnTo>
                  <a:lnTo>
                    <a:pt x="272" y="78"/>
                  </a:lnTo>
                  <a:lnTo>
                    <a:pt x="272" y="78"/>
                  </a:lnTo>
                  <a:lnTo>
                    <a:pt x="248" y="80"/>
                  </a:lnTo>
                  <a:lnTo>
                    <a:pt x="224" y="86"/>
                  </a:lnTo>
                  <a:lnTo>
                    <a:pt x="200" y="94"/>
                  </a:lnTo>
                  <a:lnTo>
                    <a:pt x="188" y="100"/>
                  </a:lnTo>
                  <a:lnTo>
                    <a:pt x="176" y="108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20" y="148"/>
                  </a:lnTo>
                  <a:lnTo>
                    <a:pt x="104" y="156"/>
                  </a:lnTo>
                  <a:lnTo>
                    <a:pt x="88" y="164"/>
                  </a:lnTo>
                  <a:lnTo>
                    <a:pt x="88" y="164"/>
                  </a:lnTo>
                  <a:lnTo>
                    <a:pt x="60" y="174"/>
                  </a:lnTo>
                  <a:lnTo>
                    <a:pt x="40" y="186"/>
                  </a:lnTo>
                  <a:lnTo>
                    <a:pt x="26" y="194"/>
                  </a:lnTo>
                  <a:lnTo>
                    <a:pt x="22" y="198"/>
                  </a:lnTo>
                  <a:lnTo>
                    <a:pt x="0" y="218"/>
                  </a:lnTo>
                  <a:lnTo>
                    <a:pt x="28" y="21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9" name="Freeform 166"/>
            <p:cNvSpPr/>
            <p:nvPr/>
          </p:nvSpPr>
          <p:spPr bwMode="auto">
            <a:xfrm>
              <a:off x="3803650" y="3438525"/>
              <a:ext cx="701675" cy="307975"/>
            </a:xfrm>
            <a:custGeom>
              <a:avLst/>
              <a:gdLst/>
              <a:ahLst/>
              <a:cxnLst>
                <a:cxn ang="0">
                  <a:pos x="430" y="0"/>
                </a:cxn>
                <a:cxn ang="0">
                  <a:pos x="430" y="0"/>
                </a:cxn>
                <a:cxn ang="0">
                  <a:pos x="422" y="2"/>
                </a:cxn>
                <a:cxn ang="0">
                  <a:pos x="402" y="6"/>
                </a:cxn>
                <a:cxn ang="0">
                  <a:pos x="378" y="16"/>
                </a:cxn>
                <a:cxn ang="0">
                  <a:pos x="366" y="22"/>
                </a:cxn>
                <a:cxn ang="0">
                  <a:pos x="354" y="30"/>
                </a:cxn>
                <a:cxn ang="0">
                  <a:pos x="354" y="30"/>
                </a:cxn>
                <a:cxn ang="0">
                  <a:pos x="332" y="44"/>
                </a:cxn>
                <a:cxn ang="0">
                  <a:pos x="312" y="56"/>
                </a:cxn>
                <a:cxn ang="0">
                  <a:pos x="290" y="66"/>
                </a:cxn>
                <a:cxn ang="0">
                  <a:pos x="268" y="72"/>
                </a:cxn>
                <a:cxn ang="0">
                  <a:pos x="268" y="72"/>
                </a:cxn>
                <a:cxn ang="0">
                  <a:pos x="242" y="76"/>
                </a:cxn>
                <a:cxn ang="0">
                  <a:pos x="214" y="80"/>
                </a:cxn>
                <a:cxn ang="0">
                  <a:pos x="198" y="84"/>
                </a:cxn>
                <a:cxn ang="0">
                  <a:pos x="182" y="88"/>
                </a:cxn>
                <a:cxn ang="0">
                  <a:pos x="168" y="96"/>
                </a:cxn>
                <a:cxn ang="0">
                  <a:pos x="154" y="104"/>
                </a:cxn>
                <a:cxn ang="0">
                  <a:pos x="154" y="104"/>
                </a:cxn>
                <a:cxn ang="0">
                  <a:pos x="108" y="138"/>
                </a:cxn>
                <a:cxn ang="0">
                  <a:pos x="88" y="150"/>
                </a:cxn>
                <a:cxn ang="0">
                  <a:pos x="62" y="162"/>
                </a:cxn>
                <a:cxn ang="0">
                  <a:pos x="62" y="162"/>
                </a:cxn>
                <a:cxn ang="0">
                  <a:pos x="36" y="172"/>
                </a:cxn>
                <a:cxn ang="0">
                  <a:pos x="18" y="182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20" y="192"/>
                </a:cxn>
                <a:cxn ang="0">
                  <a:pos x="42" y="186"/>
                </a:cxn>
                <a:cxn ang="0">
                  <a:pos x="68" y="174"/>
                </a:cxn>
                <a:cxn ang="0">
                  <a:pos x="68" y="174"/>
                </a:cxn>
                <a:cxn ang="0">
                  <a:pos x="92" y="164"/>
                </a:cxn>
                <a:cxn ang="0">
                  <a:pos x="116" y="158"/>
                </a:cxn>
                <a:cxn ang="0">
                  <a:pos x="172" y="150"/>
                </a:cxn>
                <a:cxn ang="0">
                  <a:pos x="172" y="150"/>
                </a:cxn>
                <a:cxn ang="0">
                  <a:pos x="188" y="146"/>
                </a:cxn>
                <a:cxn ang="0">
                  <a:pos x="204" y="140"/>
                </a:cxn>
                <a:cxn ang="0">
                  <a:pos x="218" y="132"/>
                </a:cxn>
                <a:cxn ang="0">
                  <a:pos x="232" y="124"/>
                </a:cxn>
                <a:cxn ang="0">
                  <a:pos x="256" y="108"/>
                </a:cxn>
                <a:cxn ang="0">
                  <a:pos x="276" y="92"/>
                </a:cxn>
                <a:cxn ang="0">
                  <a:pos x="276" y="92"/>
                </a:cxn>
                <a:cxn ang="0">
                  <a:pos x="296" y="80"/>
                </a:cxn>
                <a:cxn ang="0">
                  <a:pos x="318" y="72"/>
                </a:cxn>
                <a:cxn ang="0">
                  <a:pos x="340" y="66"/>
                </a:cxn>
                <a:cxn ang="0">
                  <a:pos x="366" y="62"/>
                </a:cxn>
                <a:cxn ang="0">
                  <a:pos x="366" y="62"/>
                </a:cxn>
                <a:cxn ang="0">
                  <a:pos x="380" y="58"/>
                </a:cxn>
                <a:cxn ang="0">
                  <a:pos x="394" y="54"/>
                </a:cxn>
                <a:cxn ang="0">
                  <a:pos x="418" y="42"/>
                </a:cxn>
                <a:cxn ang="0">
                  <a:pos x="434" y="32"/>
                </a:cxn>
                <a:cxn ang="0">
                  <a:pos x="442" y="28"/>
                </a:cxn>
                <a:cxn ang="0">
                  <a:pos x="430" y="0"/>
                </a:cxn>
              </a:cxnLst>
              <a:rect l="0" t="0" r="r" b="b"/>
              <a:pathLst>
                <a:path w="442" h="194">
                  <a:moveTo>
                    <a:pt x="430" y="0"/>
                  </a:moveTo>
                  <a:lnTo>
                    <a:pt x="430" y="0"/>
                  </a:lnTo>
                  <a:lnTo>
                    <a:pt x="422" y="2"/>
                  </a:lnTo>
                  <a:lnTo>
                    <a:pt x="402" y="6"/>
                  </a:lnTo>
                  <a:lnTo>
                    <a:pt x="378" y="16"/>
                  </a:lnTo>
                  <a:lnTo>
                    <a:pt x="366" y="22"/>
                  </a:lnTo>
                  <a:lnTo>
                    <a:pt x="354" y="30"/>
                  </a:lnTo>
                  <a:lnTo>
                    <a:pt x="354" y="30"/>
                  </a:lnTo>
                  <a:lnTo>
                    <a:pt x="332" y="44"/>
                  </a:lnTo>
                  <a:lnTo>
                    <a:pt x="312" y="56"/>
                  </a:lnTo>
                  <a:lnTo>
                    <a:pt x="290" y="66"/>
                  </a:lnTo>
                  <a:lnTo>
                    <a:pt x="268" y="72"/>
                  </a:lnTo>
                  <a:lnTo>
                    <a:pt x="268" y="72"/>
                  </a:lnTo>
                  <a:lnTo>
                    <a:pt x="242" y="76"/>
                  </a:lnTo>
                  <a:lnTo>
                    <a:pt x="214" y="80"/>
                  </a:lnTo>
                  <a:lnTo>
                    <a:pt x="198" y="84"/>
                  </a:lnTo>
                  <a:lnTo>
                    <a:pt x="182" y="88"/>
                  </a:lnTo>
                  <a:lnTo>
                    <a:pt x="168" y="96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08" y="138"/>
                  </a:lnTo>
                  <a:lnTo>
                    <a:pt x="88" y="150"/>
                  </a:lnTo>
                  <a:lnTo>
                    <a:pt x="62" y="162"/>
                  </a:lnTo>
                  <a:lnTo>
                    <a:pt x="62" y="162"/>
                  </a:lnTo>
                  <a:lnTo>
                    <a:pt x="36" y="172"/>
                  </a:lnTo>
                  <a:lnTo>
                    <a:pt x="18" y="182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20" y="192"/>
                  </a:lnTo>
                  <a:lnTo>
                    <a:pt x="42" y="186"/>
                  </a:lnTo>
                  <a:lnTo>
                    <a:pt x="68" y="174"/>
                  </a:lnTo>
                  <a:lnTo>
                    <a:pt x="68" y="174"/>
                  </a:lnTo>
                  <a:lnTo>
                    <a:pt x="92" y="164"/>
                  </a:lnTo>
                  <a:lnTo>
                    <a:pt x="116" y="158"/>
                  </a:lnTo>
                  <a:lnTo>
                    <a:pt x="172" y="150"/>
                  </a:lnTo>
                  <a:lnTo>
                    <a:pt x="172" y="150"/>
                  </a:lnTo>
                  <a:lnTo>
                    <a:pt x="188" y="146"/>
                  </a:lnTo>
                  <a:lnTo>
                    <a:pt x="204" y="140"/>
                  </a:lnTo>
                  <a:lnTo>
                    <a:pt x="218" y="132"/>
                  </a:lnTo>
                  <a:lnTo>
                    <a:pt x="232" y="124"/>
                  </a:lnTo>
                  <a:lnTo>
                    <a:pt x="256" y="108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96" y="80"/>
                  </a:lnTo>
                  <a:lnTo>
                    <a:pt x="318" y="72"/>
                  </a:lnTo>
                  <a:lnTo>
                    <a:pt x="340" y="66"/>
                  </a:lnTo>
                  <a:lnTo>
                    <a:pt x="366" y="62"/>
                  </a:lnTo>
                  <a:lnTo>
                    <a:pt x="366" y="62"/>
                  </a:lnTo>
                  <a:lnTo>
                    <a:pt x="380" y="58"/>
                  </a:lnTo>
                  <a:lnTo>
                    <a:pt x="394" y="54"/>
                  </a:lnTo>
                  <a:lnTo>
                    <a:pt x="418" y="42"/>
                  </a:lnTo>
                  <a:lnTo>
                    <a:pt x="434" y="32"/>
                  </a:lnTo>
                  <a:lnTo>
                    <a:pt x="442" y="2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0" name="Freeform 167"/>
            <p:cNvSpPr/>
            <p:nvPr/>
          </p:nvSpPr>
          <p:spPr bwMode="auto">
            <a:xfrm>
              <a:off x="4029075" y="3587750"/>
              <a:ext cx="155575" cy="66675"/>
            </a:xfrm>
            <a:custGeom>
              <a:avLst/>
              <a:gdLst/>
              <a:ahLst/>
              <a:cxnLst>
                <a:cxn ang="0">
                  <a:pos x="54" y="32"/>
                </a:cxn>
                <a:cxn ang="0">
                  <a:pos x="54" y="32"/>
                </a:cxn>
                <a:cxn ang="0">
                  <a:pos x="68" y="24"/>
                </a:cxn>
                <a:cxn ang="0">
                  <a:pos x="82" y="16"/>
                </a:cxn>
                <a:cxn ang="0">
                  <a:pos x="92" y="8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88" y="0"/>
                </a:cxn>
                <a:cxn ang="0">
                  <a:pos x="76" y="2"/>
                </a:cxn>
                <a:cxn ang="0">
                  <a:pos x="60" y="6"/>
                </a:cxn>
                <a:cxn ang="0">
                  <a:pos x="44" y="12"/>
                </a:cxn>
                <a:cxn ang="0">
                  <a:pos x="44" y="12"/>
                </a:cxn>
                <a:cxn ang="0">
                  <a:pos x="30" y="18"/>
                </a:cxn>
                <a:cxn ang="0">
                  <a:pos x="16" y="26"/>
                </a:cxn>
                <a:cxn ang="0">
                  <a:pos x="6" y="3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42"/>
                </a:cxn>
                <a:cxn ang="0">
                  <a:pos x="22" y="40"/>
                </a:cxn>
                <a:cxn ang="0">
                  <a:pos x="38" y="36"/>
                </a:cxn>
                <a:cxn ang="0">
                  <a:pos x="54" y="32"/>
                </a:cxn>
                <a:cxn ang="0">
                  <a:pos x="54" y="32"/>
                </a:cxn>
              </a:cxnLst>
              <a:rect l="0" t="0" r="r" b="b"/>
              <a:pathLst>
                <a:path w="98" h="42">
                  <a:moveTo>
                    <a:pt x="54" y="32"/>
                  </a:moveTo>
                  <a:lnTo>
                    <a:pt x="54" y="32"/>
                  </a:lnTo>
                  <a:lnTo>
                    <a:pt x="68" y="24"/>
                  </a:lnTo>
                  <a:lnTo>
                    <a:pt x="82" y="16"/>
                  </a:lnTo>
                  <a:lnTo>
                    <a:pt x="92" y="8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88" y="0"/>
                  </a:lnTo>
                  <a:lnTo>
                    <a:pt x="76" y="2"/>
                  </a:lnTo>
                  <a:lnTo>
                    <a:pt x="60" y="6"/>
                  </a:lnTo>
                  <a:lnTo>
                    <a:pt x="44" y="12"/>
                  </a:lnTo>
                  <a:lnTo>
                    <a:pt x="44" y="12"/>
                  </a:lnTo>
                  <a:lnTo>
                    <a:pt x="30" y="18"/>
                  </a:lnTo>
                  <a:lnTo>
                    <a:pt x="16" y="26"/>
                  </a:lnTo>
                  <a:lnTo>
                    <a:pt x="6" y="34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0" y="42"/>
                  </a:lnTo>
                  <a:lnTo>
                    <a:pt x="22" y="40"/>
                  </a:lnTo>
                  <a:lnTo>
                    <a:pt x="38" y="36"/>
                  </a:lnTo>
                  <a:lnTo>
                    <a:pt x="54" y="32"/>
                  </a:lnTo>
                  <a:lnTo>
                    <a:pt x="54" y="3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" name="Freeform 168"/>
            <p:cNvSpPr/>
            <p:nvPr/>
          </p:nvSpPr>
          <p:spPr bwMode="auto">
            <a:xfrm>
              <a:off x="3759200" y="3092450"/>
              <a:ext cx="768350" cy="346075"/>
            </a:xfrm>
            <a:custGeom>
              <a:avLst/>
              <a:gdLst/>
              <a:ahLst/>
              <a:cxnLst>
                <a:cxn ang="0">
                  <a:pos x="22" y="20"/>
                </a:cxn>
                <a:cxn ang="0">
                  <a:pos x="40" y="32"/>
                </a:cxn>
                <a:cxn ang="0">
                  <a:pos x="88" y="54"/>
                </a:cxn>
                <a:cxn ang="0">
                  <a:pos x="88" y="54"/>
                </a:cxn>
                <a:cxn ang="0">
                  <a:pos x="120" y="70"/>
                </a:cxn>
                <a:cxn ang="0">
                  <a:pos x="176" y="110"/>
                </a:cxn>
                <a:cxn ang="0">
                  <a:pos x="188" y="118"/>
                </a:cxn>
                <a:cxn ang="0">
                  <a:pos x="224" y="132"/>
                </a:cxn>
                <a:cxn ang="0">
                  <a:pos x="272" y="140"/>
                </a:cxn>
                <a:cxn ang="0">
                  <a:pos x="294" y="144"/>
                </a:cxn>
                <a:cxn ang="0">
                  <a:pos x="334" y="158"/>
                </a:cxn>
                <a:cxn ang="0">
                  <a:pos x="374" y="184"/>
                </a:cxn>
                <a:cxn ang="0">
                  <a:pos x="388" y="192"/>
                </a:cxn>
                <a:cxn ang="0">
                  <a:pos x="426" y="208"/>
                </a:cxn>
                <a:cxn ang="0">
                  <a:pos x="456" y="216"/>
                </a:cxn>
                <a:cxn ang="0">
                  <a:pos x="468" y="210"/>
                </a:cxn>
                <a:cxn ang="0">
                  <a:pos x="476" y="170"/>
                </a:cxn>
                <a:cxn ang="0">
                  <a:pos x="468" y="164"/>
                </a:cxn>
                <a:cxn ang="0">
                  <a:pos x="424" y="142"/>
                </a:cxn>
                <a:cxn ang="0">
                  <a:pos x="396" y="134"/>
                </a:cxn>
                <a:cxn ang="0">
                  <a:pos x="370" y="130"/>
                </a:cxn>
                <a:cxn ang="0">
                  <a:pos x="328" y="116"/>
                </a:cxn>
                <a:cxn ang="0">
                  <a:pos x="292" y="92"/>
                </a:cxn>
                <a:cxn ang="0">
                  <a:pos x="272" y="78"/>
                </a:cxn>
                <a:cxn ang="0">
                  <a:pos x="228" y="54"/>
                </a:cxn>
                <a:cxn ang="0">
                  <a:pos x="202" y="46"/>
                </a:cxn>
                <a:cxn ang="0">
                  <a:pos x="170" y="42"/>
                </a:cxn>
                <a:cxn ang="0">
                  <a:pos x="118" y="30"/>
                </a:cxn>
                <a:cxn ang="0">
                  <a:pos x="100" y="22"/>
                </a:cxn>
                <a:cxn ang="0">
                  <a:pos x="50" y="4"/>
                </a:cxn>
                <a:cxn ang="0">
                  <a:pos x="28" y="2"/>
                </a:cxn>
                <a:cxn ang="0">
                  <a:pos x="22" y="20"/>
                </a:cxn>
              </a:cxnLst>
              <a:rect l="0" t="0" r="r" b="b"/>
              <a:pathLst>
                <a:path w="484" h="218">
                  <a:moveTo>
                    <a:pt x="22" y="20"/>
                  </a:moveTo>
                  <a:lnTo>
                    <a:pt x="22" y="20"/>
                  </a:lnTo>
                  <a:lnTo>
                    <a:pt x="26" y="24"/>
                  </a:lnTo>
                  <a:lnTo>
                    <a:pt x="40" y="32"/>
                  </a:lnTo>
                  <a:lnTo>
                    <a:pt x="60" y="4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104" y="62"/>
                  </a:lnTo>
                  <a:lnTo>
                    <a:pt x="120" y="70"/>
                  </a:lnTo>
                  <a:lnTo>
                    <a:pt x="148" y="90"/>
                  </a:lnTo>
                  <a:lnTo>
                    <a:pt x="176" y="110"/>
                  </a:lnTo>
                  <a:lnTo>
                    <a:pt x="176" y="110"/>
                  </a:lnTo>
                  <a:lnTo>
                    <a:pt x="188" y="118"/>
                  </a:lnTo>
                  <a:lnTo>
                    <a:pt x="200" y="124"/>
                  </a:lnTo>
                  <a:lnTo>
                    <a:pt x="224" y="132"/>
                  </a:lnTo>
                  <a:lnTo>
                    <a:pt x="248" y="138"/>
                  </a:lnTo>
                  <a:lnTo>
                    <a:pt x="272" y="140"/>
                  </a:lnTo>
                  <a:lnTo>
                    <a:pt x="294" y="144"/>
                  </a:lnTo>
                  <a:lnTo>
                    <a:pt x="294" y="144"/>
                  </a:lnTo>
                  <a:lnTo>
                    <a:pt x="314" y="150"/>
                  </a:lnTo>
                  <a:lnTo>
                    <a:pt x="334" y="158"/>
                  </a:lnTo>
                  <a:lnTo>
                    <a:pt x="354" y="170"/>
                  </a:lnTo>
                  <a:lnTo>
                    <a:pt x="374" y="184"/>
                  </a:lnTo>
                  <a:lnTo>
                    <a:pt x="374" y="184"/>
                  </a:lnTo>
                  <a:lnTo>
                    <a:pt x="388" y="192"/>
                  </a:lnTo>
                  <a:lnTo>
                    <a:pt x="400" y="198"/>
                  </a:lnTo>
                  <a:lnTo>
                    <a:pt x="426" y="208"/>
                  </a:lnTo>
                  <a:lnTo>
                    <a:pt x="446" y="214"/>
                  </a:lnTo>
                  <a:lnTo>
                    <a:pt x="456" y="216"/>
                  </a:lnTo>
                  <a:lnTo>
                    <a:pt x="466" y="218"/>
                  </a:lnTo>
                  <a:lnTo>
                    <a:pt x="468" y="210"/>
                  </a:lnTo>
                  <a:lnTo>
                    <a:pt x="484" y="174"/>
                  </a:lnTo>
                  <a:lnTo>
                    <a:pt x="476" y="170"/>
                  </a:lnTo>
                  <a:lnTo>
                    <a:pt x="476" y="170"/>
                  </a:lnTo>
                  <a:lnTo>
                    <a:pt x="468" y="164"/>
                  </a:lnTo>
                  <a:lnTo>
                    <a:pt x="450" y="154"/>
                  </a:lnTo>
                  <a:lnTo>
                    <a:pt x="424" y="142"/>
                  </a:lnTo>
                  <a:lnTo>
                    <a:pt x="410" y="138"/>
                  </a:lnTo>
                  <a:lnTo>
                    <a:pt x="396" y="134"/>
                  </a:lnTo>
                  <a:lnTo>
                    <a:pt x="396" y="134"/>
                  </a:lnTo>
                  <a:lnTo>
                    <a:pt x="370" y="130"/>
                  </a:lnTo>
                  <a:lnTo>
                    <a:pt x="348" y="124"/>
                  </a:lnTo>
                  <a:lnTo>
                    <a:pt x="328" y="116"/>
                  </a:lnTo>
                  <a:lnTo>
                    <a:pt x="310" y="106"/>
                  </a:lnTo>
                  <a:lnTo>
                    <a:pt x="292" y="92"/>
                  </a:lnTo>
                  <a:lnTo>
                    <a:pt x="292" y="92"/>
                  </a:lnTo>
                  <a:lnTo>
                    <a:pt x="272" y="78"/>
                  </a:lnTo>
                  <a:lnTo>
                    <a:pt x="252" y="64"/>
                  </a:lnTo>
                  <a:lnTo>
                    <a:pt x="228" y="54"/>
                  </a:lnTo>
                  <a:lnTo>
                    <a:pt x="216" y="50"/>
                  </a:lnTo>
                  <a:lnTo>
                    <a:pt x="202" y="46"/>
                  </a:lnTo>
                  <a:lnTo>
                    <a:pt x="170" y="42"/>
                  </a:lnTo>
                  <a:lnTo>
                    <a:pt x="170" y="42"/>
                  </a:lnTo>
                  <a:lnTo>
                    <a:pt x="134" y="36"/>
                  </a:lnTo>
                  <a:lnTo>
                    <a:pt x="118" y="30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74" y="12"/>
                  </a:lnTo>
                  <a:lnTo>
                    <a:pt x="50" y="4"/>
                  </a:lnTo>
                  <a:lnTo>
                    <a:pt x="36" y="2"/>
                  </a:lnTo>
                  <a:lnTo>
                    <a:pt x="28" y="2"/>
                  </a:lnTo>
                  <a:lnTo>
                    <a:pt x="0" y="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Freeform 169"/>
            <p:cNvSpPr/>
            <p:nvPr/>
          </p:nvSpPr>
          <p:spPr bwMode="auto">
            <a:xfrm>
              <a:off x="3803650" y="3111500"/>
              <a:ext cx="701675" cy="307975"/>
            </a:xfrm>
            <a:custGeom>
              <a:avLst/>
              <a:gdLst/>
              <a:ahLst/>
              <a:cxnLst>
                <a:cxn ang="0">
                  <a:pos x="442" y="166"/>
                </a:cxn>
                <a:cxn ang="0">
                  <a:pos x="442" y="166"/>
                </a:cxn>
                <a:cxn ang="0">
                  <a:pos x="434" y="162"/>
                </a:cxn>
                <a:cxn ang="0">
                  <a:pos x="418" y="152"/>
                </a:cxn>
                <a:cxn ang="0">
                  <a:pos x="394" y="140"/>
                </a:cxn>
                <a:cxn ang="0">
                  <a:pos x="380" y="136"/>
                </a:cxn>
                <a:cxn ang="0">
                  <a:pos x="366" y="132"/>
                </a:cxn>
                <a:cxn ang="0">
                  <a:pos x="366" y="132"/>
                </a:cxn>
                <a:cxn ang="0">
                  <a:pos x="340" y="128"/>
                </a:cxn>
                <a:cxn ang="0">
                  <a:pos x="318" y="122"/>
                </a:cxn>
                <a:cxn ang="0">
                  <a:pos x="296" y="114"/>
                </a:cxn>
                <a:cxn ang="0">
                  <a:pos x="276" y="102"/>
                </a:cxn>
                <a:cxn ang="0">
                  <a:pos x="276" y="102"/>
                </a:cxn>
                <a:cxn ang="0">
                  <a:pos x="256" y="86"/>
                </a:cxn>
                <a:cxn ang="0">
                  <a:pos x="232" y="70"/>
                </a:cxn>
                <a:cxn ang="0">
                  <a:pos x="218" y="62"/>
                </a:cxn>
                <a:cxn ang="0">
                  <a:pos x="204" y="54"/>
                </a:cxn>
                <a:cxn ang="0">
                  <a:pos x="188" y="48"/>
                </a:cxn>
                <a:cxn ang="0">
                  <a:pos x="172" y="44"/>
                </a:cxn>
                <a:cxn ang="0">
                  <a:pos x="172" y="44"/>
                </a:cxn>
                <a:cxn ang="0">
                  <a:pos x="116" y="36"/>
                </a:cxn>
                <a:cxn ang="0">
                  <a:pos x="92" y="3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42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8" y="12"/>
                </a:cxn>
                <a:cxn ang="0">
                  <a:pos x="36" y="22"/>
                </a:cxn>
                <a:cxn ang="0">
                  <a:pos x="62" y="32"/>
                </a:cxn>
                <a:cxn ang="0">
                  <a:pos x="62" y="32"/>
                </a:cxn>
                <a:cxn ang="0">
                  <a:pos x="88" y="44"/>
                </a:cxn>
                <a:cxn ang="0">
                  <a:pos x="108" y="56"/>
                </a:cxn>
                <a:cxn ang="0">
                  <a:pos x="154" y="90"/>
                </a:cxn>
                <a:cxn ang="0">
                  <a:pos x="154" y="90"/>
                </a:cxn>
                <a:cxn ang="0">
                  <a:pos x="168" y="98"/>
                </a:cxn>
                <a:cxn ang="0">
                  <a:pos x="182" y="106"/>
                </a:cxn>
                <a:cxn ang="0">
                  <a:pos x="198" y="110"/>
                </a:cxn>
                <a:cxn ang="0">
                  <a:pos x="214" y="114"/>
                </a:cxn>
                <a:cxn ang="0">
                  <a:pos x="242" y="118"/>
                </a:cxn>
                <a:cxn ang="0">
                  <a:pos x="268" y="122"/>
                </a:cxn>
                <a:cxn ang="0">
                  <a:pos x="268" y="122"/>
                </a:cxn>
                <a:cxn ang="0">
                  <a:pos x="290" y="128"/>
                </a:cxn>
                <a:cxn ang="0">
                  <a:pos x="312" y="138"/>
                </a:cxn>
                <a:cxn ang="0">
                  <a:pos x="332" y="150"/>
                </a:cxn>
                <a:cxn ang="0">
                  <a:pos x="354" y="164"/>
                </a:cxn>
                <a:cxn ang="0">
                  <a:pos x="354" y="164"/>
                </a:cxn>
                <a:cxn ang="0">
                  <a:pos x="366" y="172"/>
                </a:cxn>
                <a:cxn ang="0">
                  <a:pos x="378" y="178"/>
                </a:cxn>
                <a:cxn ang="0">
                  <a:pos x="402" y="188"/>
                </a:cxn>
                <a:cxn ang="0">
                  <a:pos x="422" y="192"/>
                </a:cxn>
                <a:cxn ang="0">
                  <a:pos x="430" y="194"/>
                </a:cxn>
                <a:cxn ang="0">
                  <a:pos x="442" y="166"/>
                </a:cxn>
              </a:cxnLst>
              <a:rect l="0" t="0" r="r" b="b"/>
              <a:pathLst>
                <a:path w="442" h="194">
                  <a:moveTo>
                    <a:pt x="442" y="166"/>
                  </a:moveTo>
                  <a:lnTo>
                    <a:pt x="442" y="166"/>
                  </a:lnTo>
                  <a:lnTo>
                    <a:pt x="434" y="162"/>
                  </a:lnTo>
                  <a:lnTo>
                    <a:pt x="418" y="152"/>
                  </a:lnTo>
                  <a:lnTo>
                    <a:pt x="394" y="140"/>
                  </a:lnTo>
                  <a:lnTo>
                    <a:pt x="380" y="136"/>
                  </a:lnTo>
                  <a:lnTo>
                    <a:pt x="366" y="132"/>
                  </a:lnTo>
                  <a:lnTo>
                    <a:pt x="366" y="132"/>
                  </a:lnTo>
                  <a:lnTo>
                    <a:pt x="340" y="128"/>
                  </a:lnTo>
                  <a:lnTo>
                    <a:pt x="318" y="122"/>
                  </a:lnTo>
                  <a:lnTo>
                    <a:pt x="296" y="114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56" y="86"/>
                  </a:lnTo>
                  <a:lnTo>
                    <a:pt x="232" y="70"/>
                  </a:lnTo>
                  <a:lnTo>
                    <a:pt x="218" y="62"/>
                  </a:lnTo>
                  <a:lnTo>
                    <a:pt x="204" y="54"/>
                  </a:lnTo>
                  <a:lnTo>
                    <a:pt x="188" y="48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16" y="36"/>
                  </a:lnTo>
                  <a:lnTo>
                    <a:pt x="92" y="30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42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6" y="22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88" y="44"/>
                  </a:lnTo>
                  <a:lnTo>
                    <a:pt x="108" y="56"/>
                  </a:lnTo>
                  <a:lnTo>
                    <a:pt x="154" y="90"/>
                  </a:lnTo>
                  <a:lnTo>
                    <a:pt x="154" y="90"/>
                  </a:lnTo>
                  <a:lnTo>
                    <a:pt x="168" y="98"/>
                  </a:lnTo>
                  <a:lnTo>
                    <a:pt x="182" y="106"/>
                  </a:lnTo>
                  <a:lnTo>
                    <a:pt x="198" y="110"/>
                  </a:lnTo>
                  <a:lnTo>
                    <a:pt x="214" y="114"/>
                  </a:lnTo>
                  <a:lnTo>
                    <a:pt x="242" y="118"/>
                  </a:lnTo>
                  <a:lnTo>
                    <a:pt x="268" y="122"/>
                  </a:lnTo>
                  <a:lnTo>
                    <a:pt x="268" y="122"/>
                  </a:lnTo>
                  <a:lnTo>
                    <a:pt x="290" y="128"/>
                  </a:lnTo>
                  <a:lnTo>
                    <a:pt x="312" y="138"/>
                  </a:lnTo>
                  <a:lnTo>
                    <a:pt x="332" y="150"/>
                  </a:lnTo>
                  <a:lnTo>
                    <a:pt x="354" y="164"/>
                  </a:lnTo>
                  <a:lnTo>
                    <a:pt x="354" y="164"/>
                  </a:lnTo>
                  <a:lnTo>
                    <a:pt x="366" y="172"/>
                  </a:lnTo>
                  <a:lnTo>
                    <a:pt x="378" y="178"/>
                  </a:lnTo>
                  <a:lnTo>
                    <a:pt x="402" y="188"/>
                  </a:lnTo>
                  <a:lnTo>
                    <a:pt x="422" y="192"/>
                  </a:lnTo>
                  <a:lnTo>
                    <a:pt x="430" y="194"/>
                  </a:lnTo>
                  <a:lnTo>
                    <a:pt x="442" y="16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Freeform 170"/>
            <p:cNvSpPr/>
            <p:nvPr/>
          </p:nvSpPr>
          <p:spPr bwMode="auto">
            <a:xfrm>
              <a:off x="4029075" y="3203575"/>
              <a:ext cx="155575" cy="66675"/>
            </a:xfrm>
            <a:custGeom>
              <a:avLst/>
              <a:gdLst/>
              <a:ahLst/>
              <a:cxnLst>
                <a:cxn ang="0">
                  <a:pos x="44" y="30"/>
                </a:cxn>
                <a:cxn ang="0">
                  <a:pos x="44" y="30"/>
                </a:cxn>
                <a:cxn ang="0">
                  <a:pos x="60" y="36"/>
                </a:cxn>
                <a:cxn ang="0">
                  <a:pos x="76" y="40"/>
                </a:cxn>
                <a:cxn ang="0">
                  <a:pos x="88" y="42"/>
                </a:cxn>
                <a:cxn ang="0">
                  <a:pos x="98" y="42"/>
                </a:cxn>
                <a:cxn ang="0">
                  <a:pos x="98" y="42"/>
                </a:cxn>
                <a:cxn ang="0">
                  <a:pos x="92" y="34"/>
                </a:cxn>
                <a:cxn ang="0">
                  <a:pos x="82" y="26"/>
                </a:cxn>
                <a:cxn ang="0">
                  <a:pos x="68" y="18"/>
                </a:cxn>
                <a:cxn ang="0">
                  <a:pos x="54" y="10"/>
                </a:cxn>
                <a:cxn ang="0">
                  <a:pos x="54" y="10"/>
                </a:cxn>
                <a:cxn ang="0">
                  <a:pos x="38" y="6"/>
                </a:cxn>
                <a:cxn ang="0">
                  <a:pos x="22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8"/>
                </a:cxn>
                <a:cxn ang="0">
                  <a:pos x="16" y="16"/>
                </a:cxn>
                <a:cxn ang="0">
                  <a:pos x="30" y="24"/>
                </a:cxn>
                <a:cxn ang="0">
                  <a:pos x="44" y="30"/>
                </a:cxn>
                <a:cxn ang="0">
                  <a:pos x="44" y="30"/>
                </a:cxn>
              </a:cxnLst>
              <a:rect l="0" t="0" r="r" b="b"/>
              <a:pathLst>
                <a:path w="98" h="42">
                  <a:moveTo>
                    <a:pt x="44" y="30"/>
                  </a:moveTo>
                  <a:lnTo>
                    <a:pt x="44" y="30"/>
                  </a:lnTo>
                  <a:lnTo>
                    <a:pt x="60" y="36"/>
                  </a:lnTo>
                  <a:lnTo>
                    <a:pt x="76" y="40"/>
                  </a:lnTo>
                  <a:lnTo>
                    <a:pt x="88" y="42"/>
                  </a:lnTo>
                  <a:lnTo>
                    <a:pt x="98" y="42"/>
                  </a:lnTo>
                  <a:lnTo>
                    <a:pt x="98" y="42"/>
                  </a:lnTo>
                  <a:lnTo>
                    <a:pt x="92" y="34"/>
                  </a:lnTo>
                  <a:lnTo>
                    <a:pt x="82" y="26"/>
                  </a:lnTo>
                  <a:lnTo>
                    <a:pt x="68" y="18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38" y="6"/>
                  </a:lnTo>
                  <a:lnTo>
                    <a:pt x="22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8"/>
                  </a:lnTo>
                  <a:lnTo>
                    <a:pt x="16" y="16"/>
                  </a:lnTo>
                  <a:lnTo>
                    <a:pt x="30" y="24"/>
                  </a:lnTo>
                  <a:lnTo>
                    <a:pt x="44" y="30"/>
                  </a:lnTo>
                  <a:lnTo>
                    <a:pt x="44" y="3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8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0321" y="2336872"/>
            <a:ext cx="9613861" cy="4260479"/>
          </a:xfrm>
        </p:spPr>
        <p:txBody>
          <a:bodyPr/>
          <a:lstStyle>
            <a:lvl1pPr>
              <a:defRPr sz="2800"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  <a:lvl2pPr>
              <a:defRPr sz="2400">
                <a:latin typeface="华文行楷" panose="02010800040101010101" pitchFamily="2" charset="-122"/>
                <a:ea typeface="华文行楷" panose="02010800040101010101" pitchFamily="2" charset="-122"/>
              </a:defRPr>
            </a:lvl2pPr>
            <a:lvl3pPr>
              <a:defRPr sz="2200">
                <a:latin typeface="华文行楷" panose="02010800040101010101" pitchFamily="2" charset="-122"/>
                <a:ea typeface="华文行楷" panose="02010800040101010101" pitchFamily="2" charset="-122"/>
              </a:defRPr>
            </a:lvl3pPr>
            <a:lvl4pPr>
              <a:defRPr sz="2000">
                <a:latin typeface="华文行楷" panose="02010800040101010101" pitchFamily="2" charset="-122"/>
                <a:ea typeface="华文行楷" panose="02010800040101010101" pitchFamily="2" charset="-122"/>
              </a:defRPr>
            </a:lvl4pPr>
            <a:lvl5pPr>
              <a:defRPr sz="2000">
                <a:latin typeface="华文行楷" panose="02010800040101010101" pitchFamily="2" charset="-122"/>
                <a:ea typeface="华文行楷" panose="020108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grpSp>
        <p:nvGrpSpPr>
          <p:cNvPr id="11" name="Group 174"/>
          <p:cNvGrpSpPr/>
          <p:nvPr userDrawn="1"/>
        </p:nvGrpSpPr>
        <p:grpSpPr>
          <a:xfrm>
            <a:off x="10775256" y="719341"/>
            <a:ext cx="1224136" cy="1180181"/>
            <a:chOff x="3689350" y="2546350"/>
            <a:chExt cx="1765300" cy="1765300"/>
          </a:xfrm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</p:grpSpPr>
        <p:sp>
          <p:nvSpPr>
            <p:cNvPr id="12" name="Freeform 119"/>
            <p:cNvSpPr/>
            <p:nvPr/>
          </p:nvSpPr>
          <p:spPr bwMode="auto">
            <a:xfrm>
              <a:off x="3689350" y="2546350"/>
              <a:ext cx="1765300" cy="1765300"/>
            </a:xfrm>
            <a:custGeom>
              <a:avLst/>
              <a:gdLst/>
              <a:ahLst/>
              <a:cxnLst>
                <a:cxn ang="0">
                  <a:pos x="1112" y="584"/>
                </a:cxn>
                <a:cxn ang="0">
                  <a:pos x="1102" y="668"/>
                </a:cxn>
                <a:cxn ang="0">
                  <a:pos x="1078" y="748"/>
                </a:cxn>
                <a:cxn ang="0">
                  <a:pos x="1046" y="822"/>
                </a:cxn>
                <a:cxn ang="0">
                  <a:pos x="1002" y="890"/>
                </a:cxn>
                <a:cxn ang="0">
                  <a:pos x="950" y="950"/>
                </a:cxn>
                <a:cxn ang="0">
                  <a:pos x="890" y="1002"/>
                </a:cxn>
                <a:cxn ang="0">
                  <a:pos x="822" y="1046"/>
                </a:cxn>
                <a:cxn ang="0">
                  <a:pos x="748" y="1078"/>
                </a:cxn>
                <a:cxn ang="0">
                  <a:pos x="668" y="1102"/>
                </a:cxn>
                <a:cxn ang="0">
                  <a:pos x="584" y="1112"/>
                </a:cxn>
                <a:cxn ang="0">
                  <a:pos x="528" y="1112"/>
                </a:cxn>
                <a:cxn ang="0">
                  <a:pos x="444" y="1102"/>
                </a:cxn>
                <a:cxn ang="0">
                  <a:pos x="364" y="1078"/>
                </a:cxn>
                <a:cxn ang="0">
                  <a:pos x="290" y="1046"/>
                </a:cxn>
                <a:cxn ang="0">
                  <a:pos x="222" y="1002"/>
                </a:cxn>
                <a:cxn ang="0">
                  <a:pos x="162" y="950"/>
                </a:cxn>
                <a:cxn ang="0">
                  <a:pos x="110" y="890"/>
                </a:cxn>
                <a:cxn ang="0">
                  <a:pos x="66" y="822"/>
                </a:cxn>
                <a:cxn ang="0">
                  <a:pos x="34" y="748"/>
                </a:cxn>
                <a:cxn ang="0">
                  <a:pos x="10" y="668"/>
                </a:cxn>
                <a:cxn ang="0">
                  <a:pos x="0" y="584"/>
                </a:cxn>
                <a:cxn ang="0">
                  <a:pos x="0" y="528"/>
                </a:cxn>
                <a:cxn ang="0">
                  <a:pos x="10" y="444"/>
                </a:cxn>
                <a:cxn ang="0">
                  <a:pos x="34" y="364"/>
                </a:cxn>
                <a:cxn ang="0">
                  <a:pos x="66" y="290"/>
                </a:cxn>
                <a:cxn ang="0">
                  <a:pos x="110" y="222"/>
                </a:cxn>
                <a:cxn ang="0">
                  <a:pos x="162" y="162"/>
                </a:cxn>
                <a:cxn ang="0">
                  <a:pos x="222" y="110"/>
                </a:cxn>
                <a:cxn ang="0">
                  <a:pos x="290" y="66"/>
                </a:cxn>
                <a:cxn ang="0">
                  <a:pos x="364" y="34"/>
                </a:cxn>
                <a:cxn ang="0">
                  <a:pos x="444" y="10"/>
                </a:cxn>
                <a:cxn ang="0">
                  <a:pos x="528" y="0"/>
                </a:cxn>
                <a:cxn ang="0">
                  <a:pos x="584" y="0"/>
                </a:cxn>
                <a:cxn ang="0">
                  <a:pos x="668" y="10"/>
                </a:cxn>
                <a:cxn ang="0">
                  <a:pos x="748" y="34"/>
                </a:cxn>
                <a:cxn ang="0">
                  <a:pos x="822" y="66"/>
                </a:cxn>
                <a:cxn ang="0">
                  <a:pos x="890" y="110"/>
                </a:cxn>
                <a:cxn ang="0">
                  <a:pos x="950" y="162"/>
                </a:cxn>
                <a:cxn ang="0">
                  <a:pos x="1002" y="222"/>
                </a:cxn>
                <a:cxn ang="0">
                  <a:pos x="1046" y="290"/>
                </a:cxn>
                <a:cxn ang="0">
                  <a:pos x="1078" y="364"/>
                </a:cxn>
                <a:cxn ang="0">
                  <a:pos x="1102" y="444"/>
                </a:cxn>
                <a:cxn ang="0">
                  <a:pos x="1112" y="528"/>
                </a:cxn>
              </a:cxnLst>
              <a:rect l="0" t="0" r="r" b="b"/>
              <a:pathLst>
                <a:path w="1112" h="1112">
                  <a:moveTo>
                    <a:pt x="1112" y="556"/>
                  </a:moveTo>
                  <a:lnTo>
                    <a:pt x="1112" y="556"/>
                  </a:lnTo>
                  <a:lnTo>
                    <a:pt x="1112" y="584"/>
                  </a:lnTo>
                  <a:lnTo>
                    <a:pt x="1110" y="612"/>
                  </a:lnTo>
                  <a:lnTo>
                    <a:pt x="1106" y="640"/>
                  </a:lnTo>
                  <a:lnTo>
                    <a:pt x="1102" y="668"/>
                  </a:lnTo>
                  <a:lnTo>
                    <a:pt x="1096" y="696"/>
                  </a:lnTo>
                  <a:lnTo>
                    <a:pt x="1088" y="722"/>
                  </a:lnTo>
                  <a:lnTo>
                    <a:pt x="1078" y="748"/>
                  </a:lnTo>
                  <a:lnTo>
                    <a:pt x="1068" y="772"/>
                  </a:lnTo>
                  <a:lnTo>
                    <a:pt x="1058" y="798"/>
                  </a:lnTo>
                  <a:lnTo>
                    <a:pt x="1046" y="822"/>
                  </a:lnTo>
                  <a:lnTo>
                    <a:pt x="1032" y="844"/>
                  </a:lnTo>
                  <a:lnTo>
                    <a:pt x="1018" y="868"/>
                  </a:lnTo>
                  <a:lnTo>
                    <a:pt x="1002" y="890"/>
                  </a:lnTo>
                  <a:lnTo>
                    <a:pt x="986" y="910"/>
                  </a:lnTo>
                  <a:lnTo>
                    <a:pt x="968" y="930"/>
                  </a:lnTo>
                  <a:lnTo>
                    <a:pt x="950" y="950"/>
                  </a:lnTo>
                  <a:lnTo>
                    <a:pt x="930" y="968"/>
                  </a:lnTo>
                  <a:lnTo>
                    <a:pt x="910" y="986"/>
                  </a:lnTo>
                  <a:lnTo>
                    <a:pt x="890" y="1002"/>
                  </a:lnTo>
                  <a:lnTo>
                    <a:pt x="868" y="1018"/>
                  </a:lnTo>
                  <a:lnTo>
                    <a:pt x="844" y="1032"/>
                  </a:lnTo>
                  <a:lnTo>
                    <a:pt x="822" y="1046"/>
                  </a:lnTo>
                  <a:lnTo>
                    <a:pt x="798" y="1058"/>
                  </a:lnTo>
                  <a:lnTo>
                    <a:pt x="772" y="1068"/>
                  </a:lnTo>
                  <a:lnTo>
                    <a:pt x="748" y="1078"/>
                  </a:lnTo>
                  <a:lnTo>
                    <a:pt x="722" y="1088"/>
                  </a:lnTo>
                  <a:lnTo>
                    <a:pt x="696" y="1096"/>
                  </a:lnTo>
                  <a:lnTo>
                    <a:pt x="668" y="1102"/>
                  </a:lnTo>
                  <a:lnTo>
                    <a:pt x="640" y="1106"/>
                  </a:lnTo>
                  <a:lnTo>
                    <a:pt x="612" y="1110"/>
                  </a:lnTo>
                  <a:lnTo>
                    <a:pt x="584" y="1112"/>
                  </a:lnTo>
                  <a:lnTo>
                    <a:pt x="556" y="1112"/>
                  </a:lnTo>
                  <a:lnTo>
                    <a:pt x="556" y="1112"/>
                  </a:lnTo>
                  <a:lnTo>
                    <a:pt x="528" y="1112"/>
                  </a:lnTo>
                  <a:lnTo>
                    <a:pt x="500" y="1110"/>
                  </a:lnTo>
                  <a:lnTo>
                    <a:pt x="472" y="1106"/>
                  </a:lnTo>
                  <a:lnTo>
                    <a:pt x="444" y="1102"/>
                  </a:lnTo>
                  <a:lnTo>
                    <a:pt x="416" y="1096"/>
                  </a:lnTo>
                  <a:lnTo>
                    <a:pt x="390" y="1088"/>
                  </a:lnTo>
                  <a:lnTo>
                    <a:pt x="364" y="1078"/>
                  </a:lnTo>
                  <a:lnTo>
                    <a:pt x="340" y="1068"/>
                  </a:lnTo>
                  <a:lnTo>
                    <a:pt x="314" y="1058"/>
                  </a:lnTo>
                  <a:lnTo>
                    <a:pt x="290" y="1046"/>
                  </a:lnTo>
                  <a:lnTo>
                    <a:pt x="268" y="1032"/>
                  </a:lnTo>
                  <a:lnTo>
                    <a:pt x="244" y="1018"/>
                  </a:lnTo>
                  <a:lnTo>
                    <a:pt x="222" y="1002"/>
                  </a:lnTo>
                  <a:lnTo>
                    <a:pt x="202" y="986"/>
                  </a:lnTo>
                  <a:lnTo>
                    <a:pt x="182" y="968"/>
                  </a:lnTo>
                  <a:lnTo>
                    <a:pt x="162" y="950"/>
                  </a:lnTo>
                  <a:lnTo>
                    <a:pt x="144" y="930"/>
                  </a:lnTo>
                  <a:lnTo>
                    <a:pt x="126" y="910"/>
                  </a:lnTo>
                  <a:lnTo>
                    <a:pt x="110" y="890"/>
                  </a:lnTo>
                  <a:lnTo>
                    <a:pt x="94" y="868"/>
                  </a:lnTo>
                  <a:lnTo>
                    <a:pt x="80" y="844"/>
                  </a:lnTo>
                  <a:lnTo>
                    <a:pt x="66" y="822"/>
                  </a:lnTo>
                  <a:lnTo>
                    <a:pt x="54" y="798"/>
                  </a:lnTo>
                  <a:lnTo>
                    <a:pt x="44" y="772"/>
                  </a:lnTo>
                  <a:lnTo>
                    <a:pt x="34" y="748"/>
                  </a:lnTo>
                  <a:lnTo>
                    <a:pt x="24" y="722"/>
                  </a:lnTo>
                  <a:lnTo>
                    <a:pt x="16" y="696"/>
                  </a:lnTo>
                  <a:lnTo>
                    <a:pt x="10" y="668"/>
                  </a:lnTo>
                  <a:lnTo>
                    <a:pt x="6" y="640"/>
                  </a:lnTo>
                  <a:lnTo>
                    <a:pt x="2" y="612"/>
                  </a:lnTo>
                  <a:lnTo>
                    <a:pt x="0" y="584"/>
                  </a:lnTo>
                  <a:lnTo>
                    <a:pt x="0" y="556"/>
                  </a:lnTo>
                  <a:lnTo>
                    <a:pt x="0" y="556"/>
                  </a:lnTo>
                  <a:lnTo>
                    <a:pt x="0" y="528"/>
                  </a:lnTo>
                  <a:lnTo>
                    <a:pt x="2" y="500"/>
                  </a:lnTo>
                  <a:lnTo>
                    <a:pt x="6" y="472"/>
                  </a:lnTo>
                  <a:lnTo>
                    <a:pt x="10" y="444"/>
                  </a:lnTo>
                  <a:lnTo>
                    <a:pt x="16" y="416"/>
                  </a:lnTo>
                  <a:lnTo>
                    <a:pt x="24" y="390"/>
                  </a:lnTo>
                  <a:lnTo>
                    <a:pt x="34" y="364"/>
                  </a:lnTo>
                  <a:lnTo>
                    <a:pt x="44" y="340"/>
                  </a:lnTo>
                  <a:lnTo>
                    <a:pt x="54" y="314"/>
                  </a:lnTo>
                  <a:lnTo>
                    <a:pt x="66" y="290"/>
                  </a:lnTo>
                  <a:lnTo>
                    <a:pt x="80" y="268"/>
                  </a:lnTo>
                  <a:lnTo>
                    <a:pt x="94" y="244"/>
                  </a:lnTo>
                  <a:lnTo>
                    <a:pt x="110" y="222"/>
                  </a:lnTo>
                  <a:lnTo>
                    <a:pt x="126" y="202"/>
                  </a:lnTo>
                  <a:lnTo>
                    <a:pt x="144" y="182"/>
                  </a:lnTo>
                  <a:lnTo>
                    <a:pt x="162" y="162"/>
                  </a:lnTo>
                  <a:lnTo>
                    <a:pt x="182" y="144"/>
                  </a:lnTo>
                  <a:lnTo>
                    <a:pt x="202" y="126"/>
                  </a:lnTo>
                  <a:lnTo>
                    <a:pt x="222" y="110"/>
                  </a:lnTo>
                  <a:lnTo>
                    <a:pt x="244" y="94"/>
                  </a:lnTo>
                  <a:lnTo>
                    <a:pt x="268" y="80"/>
                  </a:lnTo>
                  <a:lnTo>
                    <a:pt x="290" y="66"/>
                  </a:lnTo>
                  <a:lnTo>
                    <a:pt x="314" y="54"/>
                  </a:lnTo>
                  <a:lnTo>
                    <a:pt x="340" y="44"/>
                  </a:lnTo>
                  <a:lnTo>
                    <a:pt x="364" y="34"/>
                  </a:lnTo>
                  <a:lnTo>
                    <a:pt x="390" y="24"/>
                  </a:lnTo>
                  <a:lnTo>
                    <a:pt x="416" y="16"/>
                  </a:lnTo>
                  <a:lnTo>
                    <a:pt x="444" y="10"/>
                  </a:lnTo>
                  <a:lnTo>
                    <a:pt x="472" y="6"/>
                  </a:lnTo>
                  <a:lnTo>
                    <a:pt x="500" y="2"/>
                  </a:lnTo>
                  <a:lnTo>
                    <a:pt x="528" y="0"/>
                  </a:lnTo>
                  <a:lnTo>
                    <a:pt x="556" y="0"/>
                  </a:lnTo>
                  <a:lnTo>
                    <a:pt x="556" y="0"/>
                  </a:lnTo>
                  <a:lnTo>
                    <a:pt x="584" y="0"/>
                  </a:lnTo>
                  <a:lnTo>
                    <a:pt x="612" y="2"/>
                  </a:lnTo>
                  <a:lnTo>
                    <a:pt x="640" y="6"/>
                  </a:lnTo>
                  <a:lnTo>
                    <a:pt x="668" y="10"/>
                  </a:lnTo>
                  <a:lnTo>
                    <a:pt x="696" y="16"/>
                  </a:lnTo>
                  <a:lnTo>
                    <a:pt x="722" y="24"/>
                  </a:lnTo>
                  <a:lnTo>
                    <a:pt x="748" y="34"/>
                  </a:lnTo>
                  <a:lnTo>
                    <a:pt x="772" y="44"/>
                  </a:lnTo>
                  <a:lnTo>
                    <a:pt x="798" y="54"/>
                  </a:lnTo>
                  <a:lnTo>
                    <a:pt x="822" y="66"/>
                  </a:lnTo>
                  <a:lnTo>
                    <a:pt x="844" y="80"/>
                  </a:lnTo>
                  <a:lnTo>
                    <a:pt x="868" y="94"/>
                  </a:lnTo>
                  <a:lnTo>
                    <a:pt x="890" y="110"/>
                  </a:lnTo>
                  <a:lnTo>
                    <a:pt x="910" y="126"/>
                  </a:lnTo>
                  <a:lnTo>
                    <a:pt x="930" y="144"/>
                  </a:lnTo>
                  <a:lnTo>
                    <a:pt x="950" y="162"/>
                  </a:lnTo>
                  <a:lnTo>
                    <a:pt x="968" y="182"/>
                  </a:lnTo>
                  <a:lnTo>
                    <a:pt x="986" y="202"/>
                  </a:lnTo>
                  <a:lnTo>
                    <a:pt x="1002" y="222"/>
                  </a:lnTo>
                  <a:lnTo>
                    <a:pt x="1018" y="244"/>
                  </a:lnTo>
                  <a:lnTo>
                    <a:pt x="1032" y="268"/>
                  </a:lnTo>
                  <a:lnTo>
                    <a:pt x="1046" y="290"/>
                  </a:lnTo>
                  <a:lnTo>
                    <a:pt x="1058" y="314"/>
                  </a:lnTo>
                  <a:lnTo>
                    <a:pt x="1068" y="340"/>
                  </a:lnTo>
                  <a:lnTo>
                    <a:pt x="1078" y="364"/>
                  </a:lnTo>
                  <a:lnTo>
                    <a:pt x="1088" y="390"/>
                  </a:lnTo>
                  <a:lnTo>
                    <a:pt x="1096" y="416"/>
                  </a:lnTo>
                  <a:lnTo>
                    <a:pt x="1102" y="444"/>
                  </a:lnTo>
                  <a:lnTo>
                    <a:pt x="1106" y="472"/>
                  </a:lnTo>
                  <a:lnTo>
                    <a:pt x="1110" y="500"/>
                  </a:lnTo>
                  <a:lnTo>
                    <a:pt x="1112" y="528"/>
                  </a:lnTo>
                  <a:lnTo>
                    <a:pt x="1112" y="556"/>
                  </a:lnTo>
                  <a:lnTo>
                    <a:pt x="1112" y="556"/>
                  </a:lnTo>
                  <a:close/>
                </a:path>
              </a:pathLst>
            </a:custGeom>
            <a:solidFill>
              <a:srgbClr val="E846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Freeform 120"/>
            <p:cNvSpPr/>
            <p:nvPr/>
          </p:nvSpPr>
          <p:spPr bwMode="auto">
            <a:xfrm>
              <a:off x="3759200" y="2616200"/>
              <a:ext cx="1625600" cy="1625600"/>
            </a:xfrm>
            <a:custGeom>
              <a:avLst/>
              <a:gdLst/>
              <a:ahLst/>
              <a:cxnLst>
                <a:cxn ang="0">
                  <a:pos x="1024" y="512"/>
                </a:cxn>
                <a:cxn ang="0">
                  <a:pos x="1020" y="564"/>
                </a:cxn>
                <a:cxn ang="0">
                  <a:pos x="1014" y="616"/>
                </a:cxn>
                <a:cxn ang="0">
                  <a:pos x="1000" y="664"/>
                </a:cxn>
                <a:cxn ang="0">
                  <a:pos x="984" y="712"/>
                </a:cxn>
                <a:cxn ang="0">
                  <a:pos x="962" y="756"/>
                </a:cxn>
                <a:cxn ang="0">
                  <a:pos x="906" y="838"/>
                </a:cxn>
                <a:cxn ang="0">
                  <a:pos x="838" y="906"/>
                </a:cxn>
                <a:cxn ang="0">
                  <a:pos x="756" y="962"/>
                </a:cxn>
                <a:cxn ang="0">
                  <a:pos x="712" y="984"/>
                </a:cxn>
                <a:cxn ang="0">
                  <a:pos x="664" y="1000"/>
                </a:cxn>
                <a:cxn ang="0">
                  <a:pos x="616" y="1014"/>
                </a:cxn>
                <a:cxn ang="0">
                  <a:pos x="564" y="1020"/>
                </a:cxn>
                <a:cxn ang="0">
                  <a:pos x="512" y="1024"/>
                </a:cxn>
                <a:cxn ang="0">
                  <a:pos x="486" y="1022"/>
                </a:cxn>
                <a:cxn ang="0">
                  <a:pos x="434" y="1018"/>
                </a:cxn>
                <a:cxn ang="0">
                  <a:pos x="384" y="1008"/>
                </a:cxn>
                <a:cxn ang="0">
                  <a:pos x="336" y="992"/>
                </a:cxn>
                <a:cxn ang="0">
                  <a:pos x="290" y="974"/>
                </a:cxn>
                <a:cxn ang="0">
                  <a:pos x="226" y="936"/>
                </a:cxn>
                <a:cxn ang="0">
                  <a:pos x="150" y="874"/>
                </a:cxn>
                <a:cxn ang="0">
                  <a:pos x="88" y="798"/>
                </a:cxn>
                <a:cxn ang="0">
                  <a:pos x="50" y="734"/>
                </a:cxn>
                <a:cxn ang="0">
                  <a:pos x="32" y="688"/>
                </a:cxn>
                <a:cxn ang="0">
                  <a:pos x="16" y="640"/>
                </a:cxn>
                <a:cxn ang="0">
                  <a:pos x="6" y="590"/>
                </a:cxn>
                <a:cxn ang="0">
                  <a:pos x="2" y="538"/>
                </a:cxn>
                <a:cxn ang="0">
                  <a:pos x="0" y="512"/>
                </a:cxn>
                <a:cxn ang="0">
                  <a:pos x="4" y="460"/>
                </a:cxn>
                <a:cxn ang="0">
                  <a:pos x="10" y="408"/>
                </a:cxn>
                <a:cxn ang="0">
                  <a:pos x="24" y="360"/>
                </a:cxn>
                <a:cxn ang="0">
                  <a:pos x="40" y="312"/>
                </a:cxn>
                <a:cxn ang="0">
                  <a:pos x="62" y="268"/>
                </a:cxn>
                <a:cxn ang="0">
                  <a:pos x="118" y="186"/>
                </a:cxn>
                <a:cxn ang="0">
                  <a:pos x="186" y="118"/>
                </a:cxn>
                <a:cxn ang="0">
                  <a:pos x="268" y="62"/>
                </a:cxn>
                <a:cxn ang="0">
                  <a:pos x="312" y="40"/>
                </a:cxn>
                <a:cxn ang="0">
                  <a:pos x="360" y="24"/>
                </a:cxn>
                <a:cxn ang="0">
                  <a:pos x="408" y="10"/>
                </a:cxn>
                <a:cxn ang="0">
                  <a:pos x="460" y="4"/>
                </a:cxn>
                <a:cxn ang="0">
                  <a:pos x="512" y="0"/>
                </a:cxn>
                <a:cxn ang="0">
                  <a:pos x="538" y="2"/>
                </a:cxn>
                <a:cxn ang="0">
                  <a:pos x="590" y="6"/>
                </a:cxn>
                <a:cxn ang="0">
                  <a:pos x="640" y="16"/>
                </a:cxn>
                <a:cxn ang="0">
                  <a:pos x="688" y="32"/>
                </a:cxn>
                <a:cxn ang="0">
                  <a:pos x="734" y="50"/>
                </a:cxn>
                <a:cxn ang="0">
                  <a:pos x="798" y="88"/>
                </a:cxn>
                <a:cxn ang="0">
                  <a:pos x="874" y="150"/>
                </a:cxn>
                <a:cxn ang="0">
                  <a:pos x="936" y="226"/>
                </a:cxn>
                <a:cxn ang="0">
                  <a:pos x="974" y="290"/>
                </a:cxn>
                <a:cxn ang="0">
                  <a:pos x="992" y="336"/>
                </a:cxn>
                <a:cxn ang="0">
                  <a:pos x="1008" y="384"/>
                </a:cxn>
                <a:cxn ang="0">
                  <a:pos x="1018" y="434"/>
                </a:cxn>
                <a:cxn ang="0">
                  <a:pos x="1022" y="486"/>
                </a:cxn>
                <a:cxn ang="0">
                  <a:pos x="1024" y="512"/>
                </a:cxn>
              </a:cxnLst>
              <a:rect l="0" t="0" r="r" b="b"/>
              <a:pathLst>
                <a:path w="1024" h="1024">
                  <a:moveTo>
                    <a:pt x="1024" y="512"/>
                  </a:moveTo>
                  <a:lnTo>
                    <a:pt x="1024" y="512"/>
                  </a:lnTo>
                  <a:lnTo>
                    <a:pt x="1022" y="538"/>
                  </a:lnTo>
                  <a:lnTo>
                    <a:pt x="1020" y="564"/>
                  </a:lnTo>
                  <a:lnTo>
                    <a:pt x="1018" y="590"/>
                  </a:lnTo>
                  <a:lnTo>
                    <a:pt x="1014" y="616"/>
                  </a:lnTo>
                  <a:lnTo>
                    <a:pt x="1008" y="640"/>
                  </a:lnTo>
                  <a:lnTo>
                    <a:pt x="1000" y="664"/>
                  </a:lnTo>
                  <a:lnTo>
                    <a:pt x="992" y="688"/>
                  </a:lnTo>
                  <a:lnTo>
                    <a:pt x="984" y="712"/>
                  </a:lnTo>
                  <a:lnTo>
                    <a:pt x="974" y="734"/>
                  </a:lnTo>
                  <a:lnTo>
                    <a:pt x="962" y="756"/>
                  </a:lnTo>
                  <a:lnTo>
                    <a:pt x="936" y="798"/>
                  </a:lnTo>
                  <a:lnTo>
                    <a:pt x="906" y="838"/>
                  </a:lnTo>
                  <a:lnTo>
                    <a:pt x="874" y="874"/>
                  </a:lnTo>
                  <a:lnTo>
                    <a:pt x="838" y="906"/>
                  </a:lnTo>
                  <a:lnTo>
                    <a:pt x="798" y="936"/>
                  </a:lnTo>
                  <a:lnTo>
                    <a:pt x="756" y="962"/>
                  </a:lnTo>
                  <a:lnTo>
                    <a:pt x="734" y="974"/>
                  </a:lnTo>
                  <a:lnTo>
                    <a:pt x="712" y="984"/>
                  </a:lnTo>
                  <a:lnTo>
                    <a:pt x="688" y="992"/>
                  </a:lnTo>
                  <a:lnTo>
                    <a:pt x="664" y="1000"/>
                  </a:lnTo>
                  <a:lnTo>
                    <a:pt x="640" y="1008"/>
                  </a:lnTo>
                  <a:lnTo>
                    <a:pt x="616" y="1014"/>
                  </a:lnTo>
                  <a:lnTo>
                    <a:pt x="590" y="1018"/>
                  </a:lnTo>
                  <a:lnTo>
                    <a:pt x="564" y="1020"/>
                  </a:lnTo>
                  <a:lnTo>
                    <a:pt x="538" y="1022"/>
                  </a:lnTo>
                  <a:lnTo>
                    <a:pt x="512" y="1024"/>
                  </a:lnTo>
                  <a:lnTo>
                    <a:pt x="512" y="1024"/>
                  </a:lnTo>
                  <a:lnTo>
                    <a:pt x="486" y="1022"/>
                  </a:lnTo>
                  <a:lnTo>
                    <a:pt x="460" y="1020"/>
                  </a:lnTo>
                  <a:lnTo>
                    <a:pt x="434" y="1018"/>
                  </a:lnTo>
                  <a:lnTo>
                    <a:pt x="408" y="1014"/>
                  </a:lnTo>
                  <a:lnTo>
                    <a:pt x="384" y="1008"/>
                  </a:lnTo>
                  <a:lnTo>
                    <a:pt x="360" y="1000"/>
                  </a:lnTo>
                  <a:lnTo>
                    <a:pt x="336" y="992"/>
                  </a:lnTo>
                  <a:lnTo>
                    <a:pt x="312" y="984"/>
                  </a:lnTo>
                  <a:lnTo>
                    <a:pt x="290" y="974"/>
                  </a:lnTo>
                  <a:lnTo>
                    <a:pt x="268" y="962"/>
                  </a:lnTo>
                  <a:lnTo>
                    <a:pt x="226" y="936"/>
                  </a:lnTo>
                  <a:lnTo>
                    <a:pt x="186" y="906"/>
                  </a:lnTo>
                  <a:lnTo>
                    <a:pt x="150" y="874"/>
                  </a:lnTo>
                  <a:lnTo>
                    <a:pt x="118" y="838"/>
                  </a:lnTo>
                  <a:lnTo>
                    <a:pt x="88" y="798"/>
                  </a:lnTo>
                  <a:lnTo>
                    <a:pt x="62" y="756"/>
                  </a:lnTo>
                  <a:lnTo>
                    <a:pt x="50" y="734"/>
                  </a:lnTo>
                  <a:lnTo>
                    <a:pt x="40" y="712"/>
                  </a:lnTo>
                  <a:lnTo>
                    <a:pt x="32" y="688"/>
                  </a:lnTo>
                  <a:lnTo>
                    <a:pt x="24" y="664"/>
                  </a:lnTo>
                  <a:lnTo>
                    <a:pt x="16" y="640"/>
                  </a:lnTo>
                  <a:lnTo>
                    <a:pt x="10" y="616"/>
                  </a:lnTo>
                  <a:lnTo>
                    <a:pt x="6" y="590"/>
                  </a:lnTo>
                  <a:lnTo>
                    <a:pt x="4" y="564"/>
                  </a:lnTo>
                  <a:lnTo>
                    <a:pt x="2" y="538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2" y="486"/>
                  </a:lnTo>
                  <a:lnTo>
                    <a:pt x="4" y="460"/>
                  </a:lnTo>
                  <a:lnTo>
                    <a:pt x="6" y="434"/>
                  </a:lnTo>
                  <a:lnTo>
                    <a:pt x="10" y="408"/>
                  </a:lnTo>
                  <a:lnTo>
                    <a:pt x="16" y="384"/>
                  </a:lnTo>
                  <a:lnTo>
                    <a:pt x="24" y="360"/>
                  </a:lnTo>
                  <a:lnTo>
                    <a:pt x="32" y="336"/>
                  </a:lnTo>
                  <a:lnTo>
                    <a:pt x="40" y="312"/>
                  </a:lnTo>
                  <a:lnTo>
                    <a:pt x="50" y="290"/>
                  </a:lnTo>
                  <a:lnTo>
                    <a:pt x="62" y="268"/>
                  </a:lnTo>
                  <a:lnTo>
                    <a:pt x="88" y="226"/>
                  </a:lnTo>
                  <a:lnTo>
                    <a:pt x="118" y="186"/>
                  </a:lnTo>
                  <a:lnTo>
                    <a:pt x="150" y="150"/>
                  </a:lnTo>
                  <a:lnTo>
                    <a:pt x="186" y="118"/>
                  </a:lnTo>
                  <a:lnTo>
                    <a:pt x="226" y="88"/>
                  </a:lnTo>
                  <a:lnTo>
                    <a:pt x="268" y="62"/>
                  </a:lnTo>
                  <a:lnTo>
                    <a:pt x="290" y="50"/>
                  </a:lnTo>
                  <a:lnTo>
                    <a:pt x="312" y="40"/>
                  </a:lnTo>
                  <a:lnTo>
                    <a:pt x="336" y="32"/>
                  </a:lnTo>
                  <a:lnTo>
                    <a:pt x="360" y="24"/>
                  </a:lnTo>
                  <a:lnTo>
                    <a:pt x="384" y="16"/>
                  </a:lnTo>
                  <a:lnTo>
                    <a:pt x="408" y="10"/>
                  </a:lnTo>
                  <a:lnTo>
                    <a:pt x="434" y="6"/>
                  </a:lnTo>
                  <a:lnTo>
                    <a:pt x="460" y="4"/>
                  </a:lnTo>
                  <a:lnTo>
                    <a:pt x="486" y="2"/>
                  </a:lnTo>
                  <a:lnTo>
                    <a:pt x="512" y="0"/>
                  </a:lnTo>
                  <a:lnTo>
                    <a:pt x="512" y="0"/>
                  </a:lnTo>
                  <a:lnTo>
                    <a:pt x="538" y="2"/>
                  </a:lnTo>
                  <a:lnTo>
                    <a:pt x="564" y="4"/>
                  </a:lnTo>
                  <a:lnTo>
                    <a:pt x="590" y="6"/>
                  </a:lnTo>
                  <a:lnTo>
                    <a:pt x="616" y="10"/>
                  </a:lnTo>
                  <a:lnTo>
                    <a:pt x="640" y="16"/>
                  </a:lnTo>
                  <a:lnTo>
                    <a:pt x="664" y="24"/>
                  </a:lnTo>
                  <a:lnTo>
                    <a:pt x="688" y="32"/>
                  </a:lnTo>
                  <a:lnTo>
                    <a:pt x="712" y="40"/>
                  </a:lnTo>
                  <a:lnTo>
                    <a:pt x="734" y="50"/>
                  </a:lnTo>
                  <a:lnTo>
                    <a:pt x="756" y="62"/>
                  </a:lnTo>
                  <a:lnTo>
                    <a:pt x="798" y="88"/>
                  </a:lnTo>
                  <a:lnTo>
                    <a:pt x="838" y="118"/>
                  </a:lnTo>
                  <a:lnTo>
                    <a:pt x="874" y="150"/>
                  </a:lnTo>
                  <a:lnTo>
                    <a:pt x="906" y="186"/>
                  </a:lnTo>
                  <a:lnTo>
                    <a:pt x="936" y="226"/>
                  </a:lnTo>
                  <a:lnTo>
                    <a:pt x="962" y="268"/>
                  </a:lnTo>
                  <a:lnTo>
                    <a:pt x="974" y="290"/>
                  </a:lnTo>
                  <a:lnTo>
                    <a:pt x="984" y="312"/>
                  </a:lnTo>
                  <a:lnTo>
                    <a:pt x="992" y="336"/>
                  </a:lnTo>
                  <a:lnTo>
                    <a:pt x="1000" y="360"/>
                  </a:lnTo>
                  <a:lnTo>
                    <a:pt x="1008" y="384"/>
                  </a:lnTo>
                  <a:lnTo>
                    <a:pt x="1014" y="408"/>
                  </a:lnTo>
                  <a:lnTo>
                    <a:pt x="1018" y="434"/>
                  </a:lnTo>
                  <a:lnTo>
                    <a:pt x="1020" y="460"/>
                  </a:lnTo>
                  <a:lnTo>
                    <a:pt x="1022" y="486"/>
                  </a:lnTo>
                  <a:lnTo>
                    <a:pt x="1024" y="512"/>
                  </a:lnTo>
                  <a:lnTo>
                    <a:pt x="1024" y="512"/>
                  </a:lnTo>
                  <a:close/>
                </a:path>
              </a:pathLst>
            </a:custGeom>
            <a:solidFill>
              <a:srgbClr val="FFDF4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Freeform 121"/>
            <p:cNvSpPr/>
            <p:nvPr/>
          </p:nvSpPr>
          <p:spPr bwMode="auto">
            <a:xfrm>
              <a:off x="3978275" y="2835275"/>
              <a:ext cx="1187450" cy="1187450"/>
            </a:xfrm>
            <a:custGeom>
              <a:avLst/>
              <a:gdLst/>
              <a:ahLst/>
              <a:cxnLst>
                <a:cxn ang="0">
                  <a:pos x="748" y="374"/>
                </a:cxn>
                <a:cxn ang="0">
                  <a:pos x="742" y="450"/>
                </a:cxn>
                <a:cxn ang="0">
                  <a:pos x="720" y="520"/>
                </a:cxn>
                <a:cxn ang="0">
                  <a:pos x="684" y="584"/>
                </a:cxn>
                <a:cxn ang="0">
                  <a:pos x="640" y="640"/>
                </a:cxn>
                <a:cxn ang="0">
                  <a:pos x="584" y="684"/>
                </a:cxn>
                <a:cxn ang="0">
                  <a:pos x="520" y="720"/>
                </a:cxn>
                <a:cxn ang="0">
                  <a:pos x="450" y="742"/>
                </a:cxn>
                <a:cxn ang="0">
                  <a:pos x="374" y="748"/>
                </a:cxn>
                <a:cxn ang="0">
                  <a:pos x="336" y="746"/>
                </a:cxn>
                <a:cxn ang="0">
                  <a:pos x="262" y="732"/>
                </a:cxn>
                <a:cxn ang="0">
                  <a:pos x="196" y="704"/>
                </a:cxn>
                <a:cxn ang="0">
                  <a:pos x="136" y="664"/>
                </a:cxn>
                <a:cxn ang="0">
                  <a:pos x="84" y="612"/>
                </a:cxn>
                <a:cxn ang="0">
                  <a:pos x="44" y="552"/>
                </a:cxn>
                <a:cxn ang="0">
                  <a:pos x="16" y="486"/>
                </a:cxn>
                <a:cxn ang="0">
                  <a:pos x="2" y="412"/>
                </a:cxn>
                <a:cxn ang="0">
                  <a:pos x="0" y="374"/>
                </a:cxn>
                <a:cxn ang="0">
                  <a:pos x="6" y="298"/>
                </a:cxn>
                <a:cxn ang="0">
                  <a:pos x="28" y="228"/>
                </a:cxn>
                <a:cxn ang="0">
                  <a:pos x="64" y="164"/>
                </a:cxn>
                <a:cxn ang="0">
                  <a:pos x="108" y="108"/>
                </a:cxn>
                <a:cxn ang="0">
                  <a:pos x="164" y="64"/>
                </a:cxn>
                <a:cxn ang="0">
                  <a:pos x="228" y="28"/>
                </a:cxn>
                <a:cxn ang="0">
                  <a:pos x="298" y="6"/>
                </a:cxn>
                <a:cxn ang="0">
                  <a:pos x="374" y="0"/>
                </a:cxn>
                <a:cxn ang="0">
                  <a:pos x="412" y="2"/>
                </a:cxn>
                <a:cxn ang="0">
                  <a:pos x="486" y="16"/>
                </a:cxn>
                <a:cxn ang="0">
                  <a:pos x="552" y="44"/>
                </a:cxn>
                <a:cxn ang="0">
                  <a:pos x="612" y="84"/>
                </a:cxn>
                <a:cxn ang="0">
                  <a:pos x="664" y="136"/>
                </a:cxn>
                <a:cxn ang="0">
                  <a:pos x="704" y="196"/>
                </a:cxn>
                <a:cxn ang="0">
                  <a:pos x="732" y="262"/>
                </a:cxn>
                <a:cxn ang="0">
                  <a:pos x="746" y="336"/>
                </a:cxn>
                <a:cxn ang="0">
                  <a:pos x="748" y="374"/>
                </a:cxn>
              </a:cxnLst>
              <a:rect l="0" t="0" r="r" b="b"/>
              <a:pathLst>
                <a:path w="748" h="748">
                  <a:moveTo>
                    <a:pt x="748" y="374"/>
                  </a:moveTo>
                  <a:lnTo>
                    <a:pt x="748" y="374"/>
                  </a:lnTo>
                  <a:lnTo>
                    <a:pt x="746" y="412"/>
                  </a:lnTo>
                  <a:lnTo>
                    <a:pt x="742" y="450"/>
                  </a:lnTo>
                  <a:lnTo>
                    <a:pt x="732" y="486"/>
                  </a:lnTo>
                  <a:lnTo>
                    <a:pt x="720" y="520"/>
                  </a:lnTo>
                  <a:lnTo>
                    <a:pt x="704" y="552"/>
                  </a:lnTo>
                  <a:lnTo>
                    <a:pt x="684" y="584"/>
                  </a:lnTo>
                  <a:lnTo>
                    <a:pt x="664" y="612"/>
                  </a:lnTo>
                  <a:lnTo>
                    <a:pt x="640" y="640"/>
                  </a:lnTo>
                  <a:lnTo>
                    <a:pt x="612" y="664"/>
                  </a:lnTo>
                  <a:lnTo>
                    <a:pt x="584" y="684"/>
                  </a:lnTo>
                  <a:lnTo>
                    <a:pt x="552" y="704"/>
                  </a:lnTo>
                  <a:lnTo>
                    <a:pt x="520" y="720"/>
                  </a:lnTo>
                  <a:lnTo>
                    <a:pt x="486" y="732"/>
                  </a:lnTo>
                  <a:lnTo>
                    <a:pt x="450" y="742"/>
                  </a:lnTo>
                  <a:lnTo>
                    <a:pt x="412" y="746"/>
                  </a:lnTo>
                  <a:lnTo>
                    <a:pt x="374" y="748"/>
                  </a:lnTo>
                  <a:lnTo>
                    <a:pt x="374" y="748"/>
                  </a:lnTo>
                  <a:lnTo>
                    <a:pt x="336" y="746"/>
                  </a:lnTo>
                  <a:lnTo>
                    <a:pt x="298" y="742"/>
                  </a:lnTo>
                  <a:lnTo>
                    <a:pt x="262" y="732"/>
                  </a:lnTo>
                  <a:lnTo>
                    <a:pt x="228" y="720"/>
                  </a:lnTo>
                  <a:lnTo>
                    <a:pt x="196" y="704"/>
                  </a:lnTo>
                  <a:lnTo>
                    <a:pt x="164" y="684"/>
                  </a:lnTo>
                  <a:lnTo>
                    <a:pt x="136" y="664"/>
                  </a:lnTo>
                  <a:lnTo>
                    <a:pt x="108" y="640"/>
                  </a:lnTo>
                  <a:lnTo>
                    <a:pt x="84" y="612"/>
                  </a:lnTo>
                  <a:lnTo>
                    <a:pt x="64" y="584"/>
                  </a:lnTo>
                  <a:lnTo>
                    <a:pt x="44" y="552"/>
                  </a:lnTo>
                  <a:lnTo>
                    <a:pt x="28" y="520"/>
                  </a:lnTo>
                  <a:lnTo>
                    <a:pt x="16" y="486"/>
                  </a:lnTo>
                  <a:lnTo>
                    <a:pt x="6" y="450"/>
                  </a:lnTo>
                  <a:lnTo>
                    <a:pt x="2" y="412"/>
                  </a:lnTo>
                  <a:lnTo>
                    <a:pt x="0" y="374"/>
                  </a:lnTo>
                  <a:lnTo>
                    <a:pt x="0" y="374"/>
                  </a:lnTo>
                  <a:lnTo>
                    <a:pt x="2" y="336"/>
                  </a:lnTo>
                  <a:lnTo>
                    <a:pt x="6" y="298"/>
                  </a:lnTo>
                  <a:lnTo>
                    <a:pt x="16" y="262"/>
                  </a:lnTo>
                  <a:lnTo>
                    <a:pt x="28" y="228"/>
                  </a:lnTo>
                  <a:lnTo>
                    <a:pt x="44" y="196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08"/>
                  </a:lnTo>
                  <a:lnTo>
                    <a:pt x="136" y="84"/>
                  </a:lnTo>
                  <a:lnTo>
                    <a:pt x="164" y="64"/>
                  </a:lnTo>
                  <a:lnTo>
                    <a:pt x="196" y="44"/>
                  </a:lnTo>
                  <a:lnTo>
                    <a:pt x="228" y="28"/>
                  </a:lnTo>
                  <a:lnTo>
                    <a:pt x="262" y="16"/>
                  </a:lnTo>
                  <a:lnTo>
                    <a:pt x="298" y="6"/>
                  </a:lnTo>
                  <a:lnTo>
                    <a:pt x="336" y="2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412" y="2"/>
                  </a:lnTo>
                  <a:lnTo>
                    <a:pt x="450" y="6"/>
                  </a:lnTo>
                  <a:lnTo>
                    <a:pt x="486" y="16"/>
                  </a:lnTo>
                  <a:lnTo>
                    <a:pt x="520" y="28"/>
                  </a:lnTo>
                  <a:lnTo>
                    <a:pt x="552" y="44"/>
                  </a:lnTo>
                  <a:lnTo>
                    <a:pt x="584" y="64"/>
                  </a:lnTo>
                  <a:lnTo>
                    <a:pt x="612" y="84"/>
                  </a:lnTo>
                  <a:lnTo>
                    <a:pt x="640" y="108"/>
                  </a:lnTo>
                  <a:lnTo>
                    <a:pt x="664" y="136"/>
                  </a:lnTo>
                  <a:lnTo>
                    <a:pt x="684" y="164"/>
                  </a:lnTo>
                  <a:lnTo>
                    <a:pt x="704" y="196"/>
                  </a:lnTo>
                  <a:lnTo>
                    <a:pt x="720" y="228"/>
                  </a:lnTo>
                  <a:lnTo>
                    <a:pt x="732" y="262"/>
                  </a:lnTo>
                  <a:lnTo>
                    <a:pt x="742" y="298"/>
                  </a:lnTo>
                  <a:lnTo>
                    <a:pt x="746" y="336"/>
                  </a:lnTo>
                  <a:lnTo>
                    <a:pt x="748" y="374"/>
                  </a:lnTo>
                  <a:lnTo>
                    <a:pt x="748" y="374"/>
                  </a:lnTo>
                  <a:close/>
                </a:path>
              </a:pathLst>
            </a:custGeom>
            <a:solidFill>
              <a:srgbClr val="F7AA0F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122"/>
            <p:cNvSpPr/>
            <p:nvPr/>
          </p:nvSpPr>
          <p:spPr bwMode="auto">
            <a:xfrm>
              <a:off x="4191000" y="3048000"/>
              <a:ext cx="762000" cy="762000"/>
            </a:xfrm>
            <a:custGeom>
              <a:avLst/>
              <a:gdLst/>
              <a:ahLst/>
              <a:cxnLst>
                <a:cxn ang="0">
                  <a:pos x="480" y="240"/>
                </a:cxn>
                <a:cxn ang="0">
                  <a:pos x="476" y="288"/>
                </a:cxn>
                <a:cxn ang="0">
                  <a:pos x="462" y="334"/>
                </a:cxn>
                <a:cxn ang="0">
                  <a:pos x="440" y="374"/>
                </a:cxn>
                <a:cxn ang="0">
                  <a:pos x="410" y="410"/>
                </a:cxn>
                <a:cxn ang="0">
                  <a:pos x="374" y="440"/>
                </a:cxn>
                <a:cxn ang="0">
                  <a:pos x="334" y="462"/>
                </a:cxn>
                <a:cxn ang="0">
                  <a:pos x="288" y="476"/>
                </a:cxn>
                <a:cxn ang="0">
                  <a:pos x="240" y="480"/>
                </a:cxn>
                <a:cxn ang="0">
                  <a:pos x="216" y="480"/>
                </a:cxn>
                <a:cxn ang="0">
                  <a:pos x="168" y="470"/>
                </a:cxn>
                <a:cxn ang="0">
                  <a:pos x="126" y="452"/>
                </a:cxn>
                <a:cxn ang="0">
                  <a:pos x="86" y="426"/>
                </a:cxn>
                <a:cxn ang="0">
                  <a:pos x="54" y="394"/>
                </a:cxn>
                <a:cxn ang="0">
                  <a:pos x="28" y="354"/>
                </a:cxn>
                <a:cxn ang="0">
                  <a:pos x="10" y="312"/>
                </a:cxn>
                <a:cxn ang="0">
                  <a:pos x="0" y="264"/>
                </a:cxn>
                <a:cxn ang="0">
                  <a:pos x="0" y="240"/>
                </a:cxn>
                <a:cxn ang="0">
                  <a:pos x="4" y="192"/>
                </a:cxn>
                <a:cxn ang="0">
                  <a:pos x="18" y="146"/>
                </a:cxn>
                <a:cxn ang="0">
                  <a:pos x="40" y="106"/>
                </a:cxn>
                <a:cxn ang="0">
                  <a:pos x="70" y="70"/>
                </a:cxn>
                <a:cxn ang="0">
                  <a:pos x="106" y="40"/>
                </a:cxn>
                <a:cxn ang="0">
                  <a:pos x="146" y="18"/>
                </a:cxn>
                <a:cxn ang="0">
                  <a:pos x="192" y="4"/>
                </a:cxn>
                <a:cxn ang="0">
                  <a:pos x="240" y="0"/>
                </a:cxn>
                <a:cxn ang="0">
                  <a:pos x="264" y="0"/>
                </a:cxn>
                <a:cxn ang="0">
                  <a:pos x="312" y="10"/>
                </a:cxn>
                <a:cxn ang="0">
                  <a:pos x="354" y="28"/>
                </a:cxn>
                <a:cxn ang="0">
                  <a:pos x="394" y="54"/>
                </a:cxn>
                <a:cxn ang="0">
                  <a:pos x="426" y="86"/>
                </a:cxn>
                <a:cxn ang="0">
                  <a:pos x="452" y="126"/>
                </a:cxn>
                <a:cxn ang="0">
                  <a:pos x="470" y="168"/>
                </a:cxn>
                <a:cxn ang="0">
                  <a:pos x="480" y="216"/>
                </a:cxn>
                <a:cxn ang="0">
                  <a:pos x="480" y="240"/>
                </a:cxn>
              </a:cxnLst>
              <a:rect l="0" t="0" r="r" b="b"/>
              <a:pathLst>
                <a:path w="480" h="480">
                  <a:moveTo>
                    <a:pt x="480" y="240"/>
                  </a:moveTo>
                  <a:lnTo>
                    <a:pt x="480" y="240"/>
                  </a:lnTo>
                  <a:lnTo>
                    <a:pt x="480" y="264"/>
                  </a:lnTo>
                  <a:lnTo>
                    <a:pt x="476" y="288"/>
                  </a:lnTo>
                  <a:lnTo>
                    <a:pt x="470" y="312"/>
                  </a:lnTo>
                  <a:lnTo>
                    <a:pt x="462" y="334"/>
                  </a:lnTo>
                  <a:lnTo>
                    <a:pt x="452" y="354"/>
                  </a:lnTo>
                  <a:lnTo>
                    <a:pt x="440" y="374"/>
                  </a:lnTo>
                  <a:lnTo>
                    <a:pt x="426" y="394"/>
                  </a:lnTo>
                  <a:lnTo>
                    <a:pt x="410" y="410"/>
                  </a:lnTo>
                  <a:lnTo>
                    <a:pt x="394" y="426"/>
                  </a:lnTo>
                  <a:lnTo>
                    <a:pt x="374" y="440"/>
                  </a:lnTo>
                  <a:lnTo>
                    <a:pt x="354" y="452"/>
                  </a:lnTo>
                  <a:lnTo>
                    <a:pt x="334" y="462"/>
                  </a:lnTo>
                  <a:lnTo>
                    <a:pt x="312" y="470"/>
                  </a:lnTo>
                  <a:lnTo>
                    <a:pt x="288" y="476"/>
                  </a:lnTo>
                  <a:lnTo>
                    <a:pt x="264" y="480"/>
                  </a:lnTo>
                  <a:lnTo>
                    <a:pt x="240" y="480"/>
                  </a:lnTo>
                  <a:lnTo>
                    <a:pt x="240" y="480"/>
                  </a:lnTo>
                  <a:lnTo>
                    <a:pt x="216" y="480"/>
                  </a:lnTo>
                  <a:lnTo>
                    <a:pt x="192" y="476"/>
                  </a:lnTo>
                  <a:lnTo>
                    <a:pt x="168" y="470"/>
                  </a:lnTo>
                  <a:lnTo>
                    <a:pt x="146" y="462"/>
                  </a:lnTo>
                  <a:lnTo>
                    <a:pt x="126" y="452"/>
                  </a:lnTo>
                  <a:lnTo>
                    <a:pt x="106" y="440"/>
                  </a:lnTo>
                  <a:lnTo>
                    <a:pt x="86" y="426"/>
                  </a:lnTo>
                  <a:lnTo>
                    <a:pt x="70" y="410"/>
                  </a:lnTo>
                  <a:lnTo>
                    <a:pt x="54" y="394"/>
                  </a:lnTo>
                  <a:lnTo>
                    <a:pt x="40" y="374"/>
                  </a:lnTo>
                  <a:lnTo>
                    <a:pt x="28" y="354"/>
                  </a:lnTo>
                  <a:lnTo>
                    <a:pt x="18" y="334"/>
                  </a:lnTo>
                  <a:lnTo>
                    <a:pt x="10" y="312"/>
                  </a:lnTo>
                  <a:lnTo>
                    <a:pt x="4" y="288"/>
                  </a:lnTo>
                  <a:lnTo>
                    <a:pt x="0" y="264"/>
                  </a:lnTo>
                  <a:lnTo>
                    <a:pt x="0" y="240"/>
                  </a:lnTo>
                  <a:lnTo>
                    <a:pt x="0" y="240"/>
                  </a:lnTo>
                  <a:lnTo>
                    <a:pt x="0" y="216"/>
                  </a:lnTo>
                  <a:lnTo>
                    <a:pt x="4" y="192"/>
                  </a:lnTo>
                  <a:lnTo>
                    <a:pt x="10" y="168"/>
                  </a:lnTo>
                  <a:lnTo>
                    <a:pt x="18" y="146"/>
                  </a:lnTo>
                  <a:lnTo>
                    <a:pt x="28" y="126"/>
                  </a:lnTo>
                  <a:lnTo>
                    <a:pt x="40" y="106"/>
                  </a:lnTo>
                  <a:lnTo>
                    <a:pt x="54" y="86"/>
                  </a:lnTo>
                  <a:lnTo>
                    <a:pt x="70" y="70"/>
                  </a:lnTo>
                  <a:lnTo>
                    <a:pt x="86" y="54"/>
                  </a:lnTo>
                  <a:lnTo>
                    <a:pt x="106" y="40"/>
                  </a:lnTo>
                  <a:lnTo>
                    <a:pt x="126" y="28"/>
                  </a:lnTo>
                  <a:lnTo>
                    <a:pt x="146" y="18"/>
                  </a:lnTo>
                  <a:lnTo>
                    <a:pt x="168" y="10"/>
                  </a:lnTo>
                  <a:lnTo>
                    <a:pt x="192" y="4"/>
                  </a:lnTo>
                  <a:lnTo>
                    <a:pt x="216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64" y="0"/>
                  </a:lnTo>
                  <a:lnTo>
                    <a:pt x="288" y="4"/>
                  </a:lnTo>
                  <a:lnTo>
                    <a:pt x="312" y="10"/>
                  </a:lnTo>
                  <a:lnTo>
                    <a:pt x="334" y="18"/>
                  </a:lnTo>
                  <a:lnTo>
                    <a:pt x="354" y="28"/>
                  </a:lnTo>
                  <a:lnTo>
                    <a:pt x="374" y="40"/>
                  </a:lnTo>
                  <a:lnTo>
                    <a:pt x="394" y="54"/>
                  </a:lnTo>
                  <a:lnTo>
                    <a:pt x="410" y="70"/>
                  </a:lnTo>
                  <a:lnTo>
                    <a:pt x="426" y="86"/>
                  </a:lnTo>
                  <a:lnTo>
                    <a:pt x="440" y="106"/>
                  </a:lnTo>
                  <a:lnTo>
                    <a:pt x="452" y="126"/>
                  </a:lnTo>
                  <a:lnTo>
                    <a:pt x="462" y="146"/>
                  </a:lnTo>
                  <a:lnTo>
                    <a:pt x="470" y="168"/>
                  </a:lnTo>
                  <a:lnTo>
                    <a:pt x="476" y="192"/>
                  </a:lnTo>
                  <a:lnTo>
                    <a:pt x="480" y="216"/>
                  </a:lnTo>
                  <a:lnTo>
                    <a:pt x="480" y="240"/>
                  </a:lnTo>
                  <a:lnTo>
                    <a:pt x="480" y="240"/>
                  </a:lnTo>
                  <a:close/>
                </a:path>
              </a:pathLst>
            </a:custGeom>
            <a:solidFill>
              <a:srgbClr val="E846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Freeform 123"/>
            <p:cNvSpPr/>
            <p:nvPr/>
          </p:nvSpPr>
          <p:spPr bwMode="auto">
            <a:xfrm>
              <a:off x="4511675" y="2549525"/>
              <a:ext cx="120650" cy="815975"/>
            </a:xfrm>
            <a:custGeom>
              <a:avLst/>
              <a:gdLst/>
              <a:ahLst/>
              <a:cxnLst>
                <a:cxn ang="0">
                  <a:pos x="28" y="26"/>
                </a:cxn>
                <a:cxn ang="0">
                  <a:pos x="24" y="48"/>
                </a:cxn>
                <a:cxn ang="0">
                  <a:pos x="20" y="102"/>
                </a:cxn>
                <a:cxn ang="0">
                  <a:pos x="20" y="102"/>
                </a:cxn>
                <a:cxn ang="0">
                  <a:pos x="20" y="138"/>
                </a:cxn>
                <a:cxn ang="0">
                  <a:pos x="4" y="204"/>
                </a:cxn>
                <a:cxn ang="0">
                  <a:pos x="2" y="218"/>
                </a:cxn>
                <a:cxn ang="0">
                  <a:pos x="2" y="258"/>
                </a:cxn>
                <a:cxn ang="0">
                  <a:pos x="12" y="304"/>
                </a:cxn>
                <a:cxn ang="0">
                  <a:pos x="18" y="328"/>
                </a:cxn>
                <a:cxn ang="0">
                  <a:pos x="20" y="368"/>
                </a:cxn>
                <a:cxn ang="0">
                  <a:pos x="10" y="416"/>
                </a:cxn>
                <a:cxn ang="0">
                  <a:pos x="8" y="432"/>
                </a:cxn>
                <a:cxn ang="0">
                  <a:pos x="8" y="472"/>
                </a:cxn>
                <a:cxn ang="0">
                  <a:pos x="12" y="504"/>
                </a:cxn>
                <a:cxn ang="0">
                  <a:pos x="22" y="514"/>
                </a:cxn>
                <a:cxn ang="0">
                  <a:pos x="64" y="504"/>
                </a:cxn>
                <a:cxn ang="0">
                  <a:pos x="64" y="496"/>
                </a:cxn>
                <a:cxn ang="0">
                  <a:pos x="68" y="446"/>
                </a:cxn>
                <a:cxn ang="0">
                  <a:pos x="66" y="416"/>
                </a:cxn>
                <a:cxn ang="0">
                  <a:pos x="60" y="392"/>
                </a:cxn>
                <a:cxn ang="0">
                  <a:pos x="56" y="348"/>
                </a:cxn>
                <a:cxn ang="0">
                  <a:pos x="64" y="304"/>
                </a:cxn>
                <a:cxn ang="0">
                  <a:pos x="70" y="282"/>
                </a:cxn>
                <a:cxn ang="0">
                  <a:pos x="76" y="232"/>
                </a:cxn>
                <a:cxn ang="0">
                  <a:pos x="72" y="204"/>
                </a:cxn>
                <a:cxn ang="0">
                  <a:pos x="64" y="172"/>
                </a:cxn>
                <a:cxn ang="0">
                  <a:pos x="56" y="138"/>
                </a:cxn>
                <a:cxn ang="0">
                  <a:pos x="56" y="102"/>
                </a:cxn>
                <a:cxn ang="0">
                  <a:pos x="56" y="7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76" h="514">
                  <a:moveTo>
                    <a:pt x="28" y="26"/>
                  </a:moveTo>
                  <a:lnTo>
                    <a:pt x="28" y="26"/>
                  </a:lnTo>
                  <a:lnTo>
                    <a:pt x="26" y="34"/>
                  </a:lnTo>
                  <a:lnTo>
                    <a:pt x="24" y="48"/>
                  </a:lnTo>
                  <a:lnTo>
                    <a:pt x="20" y="72"/>
                  </a:lnTo>
                  <a:lnTo>
                    <a:pt x="20" y="102"/>
                  </a:lnTo>
                  <a:lnTo>
                    <a:pt x="20" y="102"/>
                  </a:lnTo>
                  <a:lnTo>
                    <a:pt x="20" y="102"/>
                  </a:lnTo>
                  <a:lnTo>
                    <a:pt x="22" y="120"/>
                  </a:lnTo>
                  <a:lnTo>
                    <a:pt x="20" y="138"/>
                  </a:lnTo>
                  <a:lnTo>
                    <a:pt x="12" y="172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2" y="218"/>
                  </a:lnTo>
                  <a:lnTo>
                    <a:pt x="0" y="232"/>
                  </a:lnTo>
                  <a:lnTo>
                    <a:pt x="2" y="258"/>
                  </a:lnTo>
                  <a:lnTo>
                    <a:pt x="6" y="282"/>
                  </a:lnTo>
                  <a:lnTo>
                    <a:pt x="12" y="304"/>
                  </a:lnTo>
                  <a:lnTo>
                    <a:pt x="18" y="328"/>
                  </a:lnTo>
                  <a:lnTo>
                    <a:pt x="18" y="328"/>
                  </a:lnTo>
                  <a:lnTo>
                    <a:pt x="20" y="348"/>
                  </a:lnTo>
                  <a:lnTo>
                    <a:pt x="20" y="368"/>
                  </a:lnTo>
                  <a:lnTo>
                    <a:pt x="16" y="392"/>
                  </a:lnTo>
                  <a:lnTo>
                    <a:pt x="10" y="416"/>
                  </a:lnTo>
                  <a:lnTo>
                    <a:pt x="10" y="416"/>
                  </a:lnTo>
                  <a:lnTo>
                    <a:pt x="8" y="432"/>
                  </a:lnTo>
                  <a:lnTo>
                    <a:pt x="8" y="446"/>
                  </a:lnTo>
                  <a:lnTo>
                    <a:pt x="8" y="472"/>
                  </a:lnTo>
                  <a:lnTo>
                    <a:pt x="10" y="494"/>
                  </a:lnTo>
                  <a:lnTo>
                    <a:pt x="12" y="504"/>
                  </a:lnTo>
                  <a:lnTo>
                    <a:pt x="14" y="514"/>
                  </a:lnTo>
                  <a:lnTo>
                    <a:pt x="22" y="514"/>
                  </a:lnTo>
                  <a:lnTo>
                    <a:pt x="62" y="514"/>
                  </a:lnTo>
                  <a:lnTo>
                    <a:pt x="64" y="504"/>
                  </a:lnTo>
                  <a:lnTo>
                    <a:pt x="64" y="504"/>
                  </a:lnTo>
                  <a:lnTo>
                    <a:pt x="64" y="496"/>
                  </a:lnTo>
                  <a:lnTo>
                    <a:pt x="68" y="474"/>
                  </a:lnTo>
                  <a:lnTo>
                    <a:pt x="68" y="446"/>
                  </a:lnTo>
                  <a:lnTo>
                    <a:pt x="68" y="432"/>
                  </a:lnTo>
                  <a:lnTo>
                    <a:pt x="66" y="416"/>
                  </a:lnTo>
                  <a:lnTo>
                    <a:pt x="66" y="416"/>
                  </a:lnTo>
                  <a:lnTo>
                    <a:pt x="60" y="392"/>
                  </a:lnTo>
                  <a:lnTo>
                    <a:pt x="56" y="368"/>
                  </a:lnTo>
                  <a:lnTo>
                    <a:pt x="56" y="348"/>
                  </a:lnTo>
                  <a:lnTo>
                    <a:pt x="58" y="328"/>
                  </a:lnTo>
                  <a:lnTo>
                    <a:pt x="64" y="304"/>
                  </a:lnTo>
                  <a:lnTo>
                    <a:pt x="64" y="304"/>
                  </a:lnTo>
                  <a:lnTo>
                    <a:pt x="70" y="282"/>
                  </a:lnTo>
                  <a:lnTo>
                    <a:pt x="74" y="258"/>
                  </a:lnTo>
                  <a:lnTo>
                    <a:pt x="76" y="232"/>
                  </a:lnTo>
                  <a:lnTo>
                    <a:pt x="74" y="218"/>
                  </a:lnTo>
                  <a:lnTo>
                    <a:pt x="72" y="204"/>
                  </a:lnTo>
                  <a:lnTo>
                    <a:pt x="72" y="204"/>
                  </a:lnTo>
                  <a:lnTo>
                    <a:pt x="64" y="172"/>
                  </a:lnTo>
                  <a:lnTo>
                    <a:pt x="64" y="172"/>
                  </a:lnTo>
                  <a:lnTo>
                    <a:pt x="56" y="138"/>
                  </a:lnTo>
                  <a:lnTo>
                    <a:pt x="54" y="120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6" y="72"/>
                  </a:lnTo>
                  <a:lnTo>
                    <a:pt x="52" y="48"/>
                  </a:lnTo>
                  <a:lnTo>
                    <a:pt x="50" y="34"/>
                  </a:lnTo>
                  <a:lnTo>
                    <a:pt x="48" y="26"/>
                  </a:lnTo>
                  <a:lnTo>
                    <a:pt x="38" y="0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1" name="Freeform 124"/>
            <p:cNvSpPr/>
            <p:nvPr/>
          </p:nvSpPr>
          <p:spPr bwMode="auto">
            <a:xfrm>
              <a:off x="4527550" y="2600325"/>
              <a:ext cx="88900" cy="746125"/>
            </a:xfrm>
            <a:custGeom>
              <a:avLst/>
              <a:gdLst/>
              <a:ahLst/>
              <a:cxnLst>
                <a:cxn ang="0">
                  <a:pos x="44" y="470"/>
                </a:cxn>
                <a:cxn ang="0">
                  <a:pos x="44" y="470"/>
                </a:cxn>
                <a:cxn ang="0">
                  <a:pos x="44" y="462"/>
                </a:cxn>
                <a:cxn ang="0">
                  <a:pos x="48" y="442"/>
                </a:cxn>
                <a:cxn ang="0">
                  <a:pos x="48" y="416"/>
                </a:cxn>
                <a:cxn ang="0">
                  <a:pos x="48" y="402"/>
                </a:cxn>
                <a:cxn ang="0">
                  <a:pos x="46" y="388"/>
                </a:cxn>
                <a:cxn ang="0">
                  <a:pos x="46" y="388"/>
                </a:cxn>
                <a:cxn ang="0">
                  <a:pos x="40" y="362"/>
                </a:cxn>
                <a:cxn ang="0">
                  <a:pos x="36" y="338"/>
                </a:cxn>
                <a:cxn ang="0">
                  <a:pos x="36" y="316"/>
                </a:cxn>
                <a:cxn ang="0">
                  <a:pos x="38" y="292"/>
                </a:cxn>
                <a:cxn ang="0">
                  <a:pos x="38" y="292"/>
                </a:cxn>
                <a:cxn ang="0">
                  <a:pos x="46" y="268"/>
                </a:cxn>
                <a:cxn ang="0">
                  <a:pos x="52" y="238"/>
                </a:cxn>
                <a:cxn ang="0">
                  <a:pos x="54" y="224"/>
                </a:cxn>
                <a:cxn ang="0">
                  <a:pos x="56" y="208"/>
                </a:cxn>
                <a:cxn ang="0">
                  <a:pos x="56" y="192"/>
                </a:cxn>
                <a:cxn ang="0">
                  <a:pos x="52" y="174"/>
                </a:cxn>
                <a:cxn ang="0">
                  <a:pos x="52" y="174"/>
                </a:cxn>
                <a:cxn ang="0">
                  <a:pos x="38" y="120"/>
                </a:cxn>
                <a:cxn ang="0">
                  <a:pos x="36" y="96"/>
                </a:cxn>
                <a:cxn ang="0">
                  <a:pos x="36" y="68"/>
                </a:cxn>
                <a:cxn ang="0">
                  <a:pos x="36" y="68"/>
                </a:cxn>
                <a:cxn ang="0">
                  <a:pos x="36" y="40"/>
                </a:cxn>
                <a:cxn ang="0">
                  <a:pos x="32" y="18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4" y="18"/>
                </a:cxn>
                <a:cxn ang="0">
                  <a:pos x="20" y="40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20" y="96"/>
                </a:cxn>
                <a:cxn ang="0">
                  <a:pos x="18" y="120"/>
                </a:cxn>
                <a:cxn ang="0">
                  <a:pos x="4" y="174"/>
                </a:cxn>
                <a:cxn ang="0">
                  <a:pos x="4" y="174"/>
                </a:cxn>
                <a:cxn ang="0">
                  <a:pos x="0" y="192"/>
                </a:cxn>
                <a:cxn ang="0">
                  <a:pos x="0" y="208"/>
                </a:cxn>
                <a:cxn ang="0">
                  <a:pos x="2" y="224"/>
                </a:cxn>
                <a:cxn ang="0">
                  <a:pos x="4" y="238"/>
                </a:cxn>
                <a:cxn ang="0">
                  <a:pos x="10" y="268"/>
                </a:cxn>
                <a:cxn ang="0">
                  <a:pos x="18" y="292"/>
                </a:cxn>
                <a:cxn ang="0">
                  <a:pos x="18" y="292"/>
                </a:cxn>
                <a:cxn ang="0">
                  <a:pos x="20" y="316"/>
                </a:cxn>
                <a:cxn ang="0">
                  <a:pos x="20" y="338"/>
                </a:cxn>
                <a:cxn ang="0">
                  <a:pos x="16" y="362"/>
                </a:cxn>
                <a:cxn ang="0">
                  <a:pos x="10" y="388"/>
                </a:cxn>
                <a:cxn ang="0">
                  <a:pos x="10" y="388"/>
                </a:cxn>
                <a:cxn ang="0">
                  <a:pos x="8" y="402"/>
                </a:cxn>
                <a:cxn ang="0">
                  <a:pos x="8" y="416"/>
                </a:cxn>
                <a:cxn ang="0">
                  <a:pos x="8" y="442"/>
                </a:cxn>
                <a:cxn ang="0">
                  <a:pos x="12" y="462"/>
                </a:cxn>
                <a:cxn ang="0">
                  <a:pos x="12" y="470"/>
                </a:cxn>
                <a:cxn ang="0">
                  <a:pos x="44" y="470"/>
                </a:cxn>
              </a:cxnLst>
              <a:rect l="0" t="0" r="r" b="b"/>
              <a:pathLst>
                <a:path w="56" h="470">
                  <a:moveTo>
                    <a:pt x="44" y="470"/>
                  </a:moveTo>
                  <a:lnTo>
                    <a:pt x="44" y="470"/>
                  </a:lnTo>
                  <a:lnTo>
                    <a:pt x="44" y="462"/>
                  </a:lnTo>
                  <a:lnTo>
                    <a:pt x="48" y="442"/>
                  </a:lnTo>
                  <a:lnTo>
                    <a:pt x="48" y="416"/>
                  </a:lnTo>
                  <a:lnTo>
                    <a:pt x="48" y="402"/>
                  </a:lnTo>
                  <a:lnTo>
                    <a:pt x="46" y="388"/>
                  </a:lnTo>
                  <a:lnTo>
                    <a:pt x="46" y="388"/>
                  </a:lnTo>
                  <a:lnTo>
                    <a:pt x="40" y="362"/>
                  </a:lnTo>
                  <a:lnTo>
                    <a:pt x="36" y="338"/>
                  </a:lnTo>
                  <a:lnTo>
                    <a:pt x="36" y="316"/>
                  </a:lnTo>
                  <a:lnTo>
                    <a:pt x="38" y="292"/>
                  </a:lnTo>
                  <a:lnTo>
                    <a:pt x="38" y="292"/>
                  </a:lnTo>
                  <a:lnTo>
                    <a:pt x="46" y="268"/>
                  </a:lnTo>
                  <a:lnTo>
                    <a:pt x="52" y="238"/>
                  </a:lnTo>
                  <a:lnTo>
                    <a:pt x="54" y="224"/>
                  </a:lnTo>
                  <a:lnTo>
                    <a:pt x="56" y="208"/>
                  </a:lnTo>
                  <a:lnTo>
                    <a:pt x="56" y="192"/>
                  </a:lnTo>
                  <a:lnTo>
                    <a:pt x="52" y="174"/>
                  </a:lnTo>
                  <a:lnTo>
                    <a:pt x="52" y="174"/>
                  </a:lnTo>
                  <a:lnTo>
                    <a:pt x="38" y="120"/>
                  </a:lnTo>
                  <a:lnTo>
                    <a:pt x="36" y="96"/>
                  </a:lnTo>
                  <a:lnTo>
                    <a:pt x="36" y="68"/>
                  </a:lnTo>
                  <a:lnTo>
                    <a:pt x="36" y="68"/>
                  </a:lnTo>
                  <a:lnTo>
                    <a:pt x="36" y="40"/>
                  </a:lnTo>
                  <a:lnTo>
                    <a:pt x="32" y="18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18"/>
                  </a:lnTo>
                  <a:lnTo>
                    <a:pt x="20" y="40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0" y="96"/>
                  </a:lnTo>
                  <a:lnTo>
                    <a:pt x="18" y="120"/>
                  </a:lnTo>
                  <a:lnTo>
                    <a:pt x="4" y="174"/>
                  </a:lnTo>
                  <a:lnTo>
                    <a:pt x="4" y="174"/>
                  </a:lnTo>
                  <a:lnTo>
                    <a:pt x="0" y="192"/>
                  </a:lnTo>
                  <a:lnTo>
                    <a:pt x="0" y="208"/>
                  </a:lnTo>
                  <a:lnTo>
                    <a:pt x="2" y="224"/>
                  </a:lnTo>
                  <a:lnTo>
                    <a:pt x="4" y="238"/>
                  </a:lnTo>
                  <a:lnTo>
                    <a:pt x="10" y="268"/>
                  </a:lnTo>
                  <a:lnTo>
                    <a:pt x="18" y="292"/>
                  </a:lnTo>
                  <a:lnTo>
                    <a:pt x="18" y="292"/>
                  </a:lnTo>
                  <a:lnTo>
                    <a:pt x="20" y="316"/>
                  </a:lnTo>
                  <a:lnTo>
                    <a:pt x="20" y="338"/>
                  </a:lnTo>
                  <a:lnTo>
                    <a:pt x="16" y="362"/>
                  </a:lnTo>
                  <a:lnTo>
                    <a:pt x="10" y="388"/>
                  </a:lnTo>
                  <a:lnTo>
                    <a:pt x="10" y="388"/>
                  </a:lnTo>
                  <a:lnTo>
                    <a:pt x="8" y="402"/>
                  </a:lnTo>
                  <a:lnTo>
                    <a:pt x="8" y="416"/>
                  </a:lnTo>
                  <a:lnTo>
                    <a:pt x="8" y="442"/>
                  </a:lnTo>
                  <a:lnTo>
                    <a:pt x="12" y="462"/>
                  </a:lnTo>
                  <a:lnTo>
                    <a:pt x="12" y="470"/>
                  </a:lnTo>
                  <a:lnTo>
                    <a:pt x="44" y="47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Freeform 125"/>
            <p:cNvSpPr/>
            <p:nvPr/>
          </p:nvSpPr>
          <p:spPr bwMode="auto">
            <a:xfrm>
              <a:off x="4556125" y="2841625"/>
              <a:ext cx="31750" cy="168275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0" y="52"/>
                </a:cxn>
                <a:cxn ang="0">
                  <a:pos x="0" y="70"/>
                </a:cxn>
                <a:cxn ang="0">
                  <a:pos x="2" y="84"/>
                </a:cxn>
                <a:cxn ang="0">
                  <a:pos x="6" y="96"/>
                </a:cxn>
                <a:cxn ang="0">
                  <a:pos x="10" y="106"/>
                </a:cxn>
                <a:cxn ang="0">
                  <a:pos x="10" y="106"/>
                </a:cxn>
                <a:cxn ang="0">
                  <a:pos x="14" y="96"/>
                </a:cxn>
                <a:cxn ang="0">
                  <a:pos x="18" y="84"/>
                </a:cxn>
                <a:cxn ang="0">
                  <a:pos x="20" y="70"/>
                </a:cxn>
                <a:cxn ang="0">
                  <a:pos x="20" y="52"/>
                </a:cxn>
                <a:cxn ang="0">
                  <a:pos x="20" y="52"/>
                </a:cxn>
                <a:cxn ang="0">
                  <a:pos x="20" y="36"/>
                </a:cxn>
                <a:cxn ang="0">
                  <a:pos x="18" y="22"/>
                </a:cxn>
                <a:cxn ang="0">
                  <a:pos x="14" y="8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8"/>
                </a:cxn>
                <a:cxn ang="0">
                  <a:pos x="2" y="22"/>
                </a:cxn>
                <a:cxn ang="0">
                  <a:pos x="0" y="36"/>
                </a:cxn>
                <a:cxn ang="0">
                  <a:pos x="0" y="52"/>
                </a:cxn>
                <a:cxn ang="0">
                  <a:pos x="0" y="52"/>
                </a:cxn>
              </a:cxnLst>
              <a:rect l="0" t="0" r="r" b="b"/>
              <a:pathLst>
                <a:path w="20" h="106">
                  <a:moveTo>
                    <a:pt x="0" y="52"/>
                  </a:moveTo>
                  <a:lnTo>
                    <a:pt x="0" y="52"/>
                  </a:lnTo>
                  <a:lnTo>
                    <a:pt x="0" y="70"/>
                  </a:lnTo>
                  <a:lnTo>
                    <a:pt x="2" y="84"/>
                  </a:lnTo>
                  <a:lnTo>
                    <a:pt x="6" y="96"/>
                  </a:lnTo>
                  <a:lnTo>
                    <a:pt x="10" y="106"/>
                  </a:lnTo>
                  <a:lnTo>
                    <a:pt x="10" y="106"/>
                  </a:lnTo>
                  <a:lnTo>
                    <a:pt x="14" y="96"/>
                  </a:lnTo>
                  <a:lnTo>
                    <a:pt x="18" y="84"/>
                  </a:lnTo>
                  <a:lnTo>
                    <a:pt x="20" y="70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36"/>
                  </a:lnTo>
                  <a:lnTo>
                    <a:pt x="18" y="22"/>
                  </a:lnTo>
                  <a:lnTo>
                    <a:pt x="14" y="8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8"/>
                  </a:lnTo>
                  <a:lnTo>
                    <a:pt x="2" y="22"/>
                  </a:lnTo>
                  <a:lnTo>
                    <a:pt x="0" y="36"/>
                  </a:ln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Freeform 126"/>
            <p:cNvSpPr/>
            <p:nvPr/>
          </p:nvSpPr>
          <p:spPr bwMode="auto">
            <a:xfrm>
              <a:off x="4591050" y="2806700"/>
              <a:ext cx="603250" cy="603250"/>
            </a:xfrm>
            <a:custGeom>
              <a:avLst/>
              <a:gdLst/>
              <a:ahLst/>
              <a:cxnLst>
                <a:cxn ang="0">
                  <a:pos x="354" y="12"/>
                </a:cxn>
                <a:cxn ang="0">
                  <a:pos x="334" y="24"/>
                </a:cxn>
                <a:cxn ang="0">
                  <a:pos x="296" y="60"/>
                </a:cxn>
                <a:cxn ang="0">
                  <a:pos x="296" y="60"/>
                </a:cxn>
                <a:cxn ang="0">
                  <a:pos x="270" y="84"/>
                </a:cxn>
                <a:cxn ang="0">
                  <a:pos x="212" y="120"/>
                </a:cxn>
                <a:cxn ang="0">
                  <a:pos x="200" y="128"/>
                </a:cxn>
                <a:cxn ang="0">
                  <a:pos x="172" y="156"/>
                </a:cxn>
                <a:cxn ang="0">
                  <a:pos x="146" y="196"/>
                </a:cxn>
                <a:cxn ang="0">
                  <a:pos x="134" y="216"/>
                </a:cxn>
                <a:cxn ang="0">
                  <a:pos x="106" y="248"/>
                </a:cxn>
                <a:cxn ang="0">
                  <a:pos x="66" y="276"/>
                </a:cxn>
                <a:cxn ang="0">
                  <a:pos x="54" y="284"/>
                </a:cxn>
                <a:cxn ang="0">
                  <a:pos x="24" y="314"/>
                </a:cxn>
                <a:cxn ang="0">
                  <a:pos x="6" y="338"/>
                </a:cxn>
                <a:cxn ang="0">
                  <a:pos x="6" y="352"/>
                </a:cxn>
                <a:cxn ang="0">
                  <a:pos x="40" y="374"/>
                </a:cxn>
                <a:cxn ang="0">
                  <a:pos x="48" y="370"/>
                </a:cxn>
                <a:cxn ang="0">
                  <a:pos x="86" y="338"/>
                </a:cxn>
                <a:cxn ang="0">
                  <a:pos x="104" y="314"/>
                </a:cxn>
                <a:cxn ang="0">
                  <a:pos x="118" y="292"/>
                </a:cxn>
                <a:cxn ang="0">
                  <a:pos x="146" y="260"/>
                </a:cxn>
                <a:cxn ang="0">
                  <a:pos x="184" y="234"/>
                </a:cxn>
                <a:cxn ang="0">
                  <a:pos x="204" y="222"/>
                </a:cxn>
                <a:cxn ang="0">
                  <a:pos x="244" y="190"/>
                </a:cxn>
                <a:cxn ang="0">
                  <a:pos x="260" y="168"/>
                </a:cxn>
                <a:cxn ang="0">
                  <a:pos x="276" y="140"/>
                </a:cxn>
                <a:cxn ang="0">
                  <a:pos x="306" y="98"/>
                </a:cxn>
                <a:cxn ang="0">
                  <a:pos x="320" y="84"/>
                </a:cxn>
                <a:cxn ang="0">
                  <a:pos x="356" y="46"/>
                </a:cxn>
                <a:cxn ang="0">
                  <a:pos x="368" y="26"/>
                </a:cxn>
                <a:cxn ang="0">
                  <a:pos x="354" y="12"/>
                </a:cxn>
              </a:cxnLst>
              <a:rect l="0" t="0" r="r" b="b"/>
              <a:pathLst>
                <a:path w="380" h="380">
                  <a:moveTo>
                    <a:pt x="354" y="12"/>
                  </a:moveTo>
                  <a:lnTo>
                    <a:pt x="354" y="12"/>
                  </a:lnTo>
                  <a:lnTo>
                    <a:pt x="348" y="16"/>
                  </a:lnTo>
                  <a:lnTo>
                    <a:pt x="334" y="24"/>
                  </a:lnTo>
                  <a:lnTo>
                    <a:pt x="316" y="38"/>
                  </a:lnTo>
                  <a:lnTo>
                    <a:pt x="296" y="60"/>
                  </a:lnTo>
                  <a:lnTo>
                    <a:pt x="296" y="60"/>
                  </a:lnTo>
                  <a:lnTo>
                    <a:pt x="296" y="60"/>
                  </a:lnTo>
                  <a:lnTo>
                    <a:pt x="282" y="74"/>
                  </a:lnTo>
                  <a:lnTo>
                    <a:pt x="270" y="84"/>
                  </a:lnTo>
                  <a:lnTo>
                    <a:pt x="240" y="104"/>
                  </a:lnTo>
                  <a:lnTo>
                    <a:pt x="212" y="120"/>
                  </a:lnTo>
                  <a:lnTo>
                    <a:pt x="212" y="120"/>
                  </a:lnTo>
                  <a:lnTo>
                    <a:pt x="200" y="128"/>
                  </a:lnTo>
                  <a:lnTo>
                    <a:pt x="190" y="138"/>
                  </a:lnTo>
                  <a:lnTo>
                    <a:pt x="172" y="156"/>
                  </a:lnTo>
                  <a:lnTo>
                    <a:pt x="158" y="176"/>
                  </a:lnTo>
                  <a:lnTo>
                    <a:pt x="146" y="196"/>
                  </a:lnTo>
                  <a:lnTo>
                    <a:pt x="134" y="216"/>
                  </a:lnTo>
                  <a:lnTo>
                    <a:pt x="134" y="216"/>
                  </a:lnTo>
                  <a:lnTo>
                    <a:pt x="120" y="234"/>
                  </a:lnTo>
                  <a:lnTo>
                    <a:pt x="106" y="248"/>
                  </a:lnTo>
                  <a:lnTo>
                    <a:pt x="88" y="262"/>
                  </a:lnTo>
                  <a:lnTo>
                    <a:pt x="66" y="276"/>
                  </a:lnTo>
                  <a:lnTo>
                    <a:pt x="66" y="276"/>
                  </a:lnTo>
                  <a:lnTo>
                    <a:pt x="54" y="284"/>
                  </a:lnTo>
                  <a:lnTo>
                    <a:pt x="44" y="294"/>
                  </a:lnTo>
                  <a:lnTo>
                    <a:pt x="24" y="314"/>
                  </a:lnTo>
                  <a:lnTo>
                    <a:pt x="12" y="330"/>
                  </a:lnTo>
                  <a:lnTo>
                    <a:pt x="6" y="338"/>
                  </a:lnTo>
                  <a:lnTo>
                    <a:pt x="0" y="346"/>
                  </a:lnTo>
                  <a:lnTo>
                    <a:pt x="6" y="352"/>
                  </a:lnTo>
                  <a:lnTo>
                    <a:pt x="34" y="380"/>
                  </a:lnTo>
                  <a:lnTo>
                    <a:pt x="40" y="374"/>
                  </a:lnTo>
                  <a:lnTo>
                    <a:pt x="40" y="374"/>
                  </a:lnTo>
                  <a:lnTo>
                    <a:pt x="48" y="370"/>
                  </a:lnTo>
                  <a:lnTo>
                    <a:pt x="66" y="356"/>
                  </a:lnTo>
                  <a:lnTo>
                    <a:pt x="86" y="338"/>
                  </a:lnTo>
                  <a:lnTo>
                    <a:pt x="96" y="326"/>
                  </a:lnTo>
                  <a:lnTo>
                    <a:pt x="104" y="314"/>
                  </a:lnTo>
                  <a:lnTo>
                    <a:pt x="104" y="314"/>
                  </a:lnTo>
                  <a:lnTo>
                    <a:pt x="118" y="292"/>
                  </a:lnTo>
                  <a:lnTo>
                    <a:pt x="132" y="274"/>
                  </a:lnTo>
                  <a:lnTo>
                    <a:pt x="146" y="260"/>
                  </a:lnTo>
                  <a:lnTo>
                    <a:pt x="164" y="246"/>
                  </a:lnTo>
                  <a:lnTo>
                    <a:pt x="184" y="234"/>
                  </a:lnTo>
                  <a:lnTo>
                    <a:pt x="184" y="234"/>
                  </a:lnTo>
                  <a:lnTo>
                    <a:pt x="204" y="222"/>
                  </a:lnTo>
                  <a:lnTo>
                    <a:pt x="224" y="208"/>
                  </a:lnTo>
                  <a:lnTo>
                    <a:pt x="244" y="190"/>
                  </a:lnTo>
                  <a:lnTo>
                    <a:pt x="252" y="180"/>
                  </a:lnTo>
                  <a:lnTo>
                    <a:pt x="260" y="168"/>
                  </a:lnTo>
                  <a:lnTo>
                    <a:pt x="276" y="140"/>
                  </a:lnTo>
                  <a:lnTo>
                    <a:pt x="276" y="140"/>
                  </a:lnTo>
                  <a:lnTo>
                    <a:pt x="296" y="110"/>
                  </a:lnTo>
                  <a:lnTo>
                    <a:pt x="306" y="98"/>
                  </a:lnTo>
                  <a:lnTo>
                    <a:pt x="320" y="84"/>
                  </a:lnTo>
                  <a:lnTo>
                    <a:pt x="320" y="84"/>
                  </a:lnTo>
                  <a:lnTo>
                    <a:pt x="342" y="64"/>
                  </a:lnTo>
                  <a:lnTo>
                    <a:pt x="356" y="46"/>
                  </a:lnTo>
                  <a:lnTo>
                    <a:pt x="364" y="32"/>
                  </a:lnTo>
                  <a:lnTo>
                    <a:pt x="368" y="26"/>
                  </a:lnTo>
                  <a:lnTo>
                    <a:pt x="380" y="0"/>
                  </a:lnTo>
                  <a:lnTo>
                    <a:pt x="354" y="1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Freeform 127"/>
            <p:cNvSpPr/>
            <p:nvPr/>
          </p:nvSpPr>
          <p:spPr bwMode="auto">
            <a:xfrm>
              <a:off x="4613275" y="2841625"/>
              <a:ext cx="546100" cy="546100"/>
            </a:xfrm>
            <a:custGeom>
              <a:avLst/>
              <a:gdLst/>
              <a:ahLst/>
              <a:cxnLst>
                <a:cxn ang="0">
                  <a:pos x="22" y="344"/>
                </a:cxn>
                <a:cxn ang="0">
                  <a:pos x="22" y="344"/>
                </a:cxn>
                <a:cxn ang="0">
                  <a:pos x="28" y="340"/>
                </a:cxn>
                <a:cxn ang="0">
                  <a:pos x="44" y="328"/>
                </a:cxn>
                <a:cxn ang="0">
                  <a:pos x="64" y="310"/>
                </a:cxn>
                <a:cxn ang="0">
                  <a:pos x="72" y="298"/>
                </a:cxn>
                <a:cxn ang="0">
                  <a:pos x="82" y="288"/>
                </a:cxn>
                <a:cxn ang="0">
                  <a:pos x="82" y="288"/>
                </a:cxn>
                <a:cxn ang="0">
                  <a:pos x="96" y="266"/>
                </a:cxn>
                <a:cxn ang="0">
                  <a:pos x="110" y="246"/>
                </a:cxn>
                <a:cxn ang="0">
                  <a:pos x="126" y="230"/>
                </a:cxn>
                <a:cxn ang="0">
                  <a:pos x="144" y="216"/>
                </a:cxn>
                <a:cxn ang="0">
                  <a:pos x="144" y="216"/>
                </a:cxn>
                <a:cxn ang="0">
                  <a:pos x="166" y="202"/>
                </a:cxn>
                <a:cxn ang="0">
                  <a:pos x="192" y="186"/>
                </a:cxn>
                <a:cxn ang="0">
                  <a:pos x="204" y="178"/>
                </a:cxn>
                <a:cxn ang="0">
                  <a:pos x="216" y="168"/>
                </a:cxn>
                <a:cxn ang="0">
                  <a:pos x="228" y="156"/>
                </a:cxn>
                <a:cxn ang="0">
                  <a:pos x="238" y="142"/>
                </a:cxn>
                <a:cxn ang="0">
                  <a:pos x="238" y="142"/>
                </a:cxn>
                <a:cxn ang="0">
                  <a:pos x="266" y="94"/>
                </a:cxn>
                <a:cxn ang="0">
                  <a:pos x="280" y="74"/>
                </a:cxn>
                <a:cxn ang="0">
                  <a:pos x="300" y="54"/>
                </a:cxn>
                <a:cxn ang="0">
                  <a:pos x="300" y="54"/>
                </a:cxn>
                <a:cxn ang="0">
                  <a:pos x="320" y="34"/>
                </a:cxn>
                <a:cxn ang="0">
                  <a:pos x="334" y="18"/>
                </a:cxn>
                <a:cxn ang="0">
                  <a:pos x="344" y="0"/>
                </a:cxn>
                <a:cxn ang="0">
                  <a:pos x="344" y="0"/>
                </a:cxn>
                <a:cxn ang="0">
                  <a:pos x="344" y="0"/>
                </a:cxn>
                <a:cxn ang="0">
                  <a:pos x="326" y="10"/>
                </a:cxn>
                <a:cxn ang="0">
                  <a:pos x="310" y="24"/>
                </a:cxn>
                <a:cxn ang="0">
                  <a:pos x="290" y="44"/>
                </a:cxn>
                <a:cxn ang="0">
                  <a:pos x="290" y="44"/>
                </a:cxn>
                <a:cxn ang="0">
                  <a:pos x="270" y="64"/>
                </a:cxn>
                <a:cxn ang="0">
                  <a:pos x="250" y="78"/>
                </a:cxn>
                <a:cxn ang="0">
                  <a:pos x="202" y="108"/>
                </a:cxn>
                <a:cxn ang="0">
                  <a:pos x="202" y="108"/>
                </a:cxn>
                <a:cxn ang="0">
                  <a:pos x="188" y="116"/>
                </a:cxn>
                <a:cxn ang="0">
                  <a:pos x="176" y="128"/>
                </a:cxn>
                <a:cxn ang="0">
                  <a:pos x="166" y="140"/>
                </a:cxn>
                <a:cxn ang="0">
                  <a:pos x="158" y="152"/>
                </a:cxn>
                <a:cxn ang="0">
                  <a:pos x="142" y="178"/>
                </a:cxn>
                <a:cxn ang="0">
                  <a:pos x="128" y="200"/>
                </a:cxn>
                <a:cxn ang="0">
                  <a:pos x="128" y="200"/>
                </a:cxn>
                <a:cxn ang="0">
                  <a:pos x="114" y="218"/>
                </a:cxn>
                <a:cxn ang="0">
                  <a:pos x="98" y="234"/>
                </a:cxn>
                <a:cxn ang="0">
                  <a:pos x="78" y="248"/>
                </a:cxn>
                <a:cxn ang="0">
                  <a:pos x="56" y="262"/>
                </a:cxn>
                <a:cxn ang="0">
                  <a:pos x="56" y="262"/>
                </a:cxn>
                <a:cxn ang="0">
                  <a:pos x="46" y="272"/>
                </a:cxn>
                <a:cxn ang="0">
                  <a:pos x="34" y="280"/>
                </a:cxn>
                <a:cxn ang="0">
                  <a:pos x="16" y="300"/>
                </a:cxn>
                <a:cxn ang="0">
                  <a:pos x="4" y="316"/>
                </a:cxn>
                <a:cxn ang="0">
                  <a:pos x="0" y="322"/>
                </a:cxn>
                <a:cxn ang="0">
                  <a:pos x="22" y="344"/>
                </a:cxn>
              </a:cxnLst>
              <a:rect l="0" t="0" r="r" b="b"/>
              <a:pathLst>
                <a:path w="344" h="344">
                  <a:moveTo>
                    <a:pt x="22" y="344"/>
                  </a:moveTo>
                  <a:lnTo>
                    <a:pt x="22" y="344"/>
                  </a:lnTo>
                  <a:lnTo>
                    <a:pt x="28" y="340"/>
                  </a:lnTo>
                  <a:lnTo>
                    <a:pt x="44" y="328"/>
                  </a:lnTo>
                  <a:lnTo>
                    <a:pt x="64" y="310"/>
                  </a:lnTo>
                  <a:lnTo>
                    <a:pt x="72" y="298"/>
                  </a:lnTo>
                  <a:lnTo>
                    <a:pt x="82" y="288"/>
                  </a:lnTo>
                  <a:lnTo>
                    <a:pt x="82" y="288"/>
                  </a:lnTo>
                  <a:lnTo>
                    <a:pt x="96" y="266"/>
                  </a:lnTo>
                  <a:lnTo>
                    <a:pt x="110" y="246"/>
                  </a:lnTo>
                  <a:lnTo>
                    <a:pt x="126" y="230"/>
                  </a:lnTo>
                  <a:lnTo>
                    <a:pt x="144" y="216"/>
                  </a:lnTo>
                  <a:lnTo>
                    <a:pt x="144" y="216"/>
                  </a:lnTo>
                  <a:lnTo>
                    <a:pt x="166" y="202"/>
                  </a:lnTo>
                  <a:lnTo>
                    <a:pt x="192" y="186"/>
                  </a:lnTo>
                  <a:lnTo>
                    <a:pt x="204" y="178"/>
                  </a:lnTo>
                  <a:lnTo>
                    <a:pt x="216" y="168"/>
                  </a:lnTo>
                  <a:lnTo>
                    <a:pt x="228" y="156"/>
                  </a:lnTo>
                  <a:lnTo>
                    <a:pt x="238" y="142"/>
                  </a:lnTo>
                  <a:lnTo>
                    <a:pt x="238" y="142"/>
                  </a:lnTo>
                  <a:lnTo>
                    <a:pt x="266" y="94"/>
                  </a:lnTo>
                  <a:lnTo>
                    <a:pt x="280" y="74"/>
                  </a:lnTo>
                  <a:lnTo>
                    <a:pt x="300" y="54"/>
                  </a:lnTo>
                  <a:lnTo>
                    <a:pt x="300" y="54"/>
                  </a:lnTo>
                  <a:lnTo>
                    <a:pt x="320" y="34"/>
                  </a:lnTo>
                  <a:lnTo>
                    <a:pt x="334" y="18"/>
                  </a:lnTo>
                  <a:lnTo>
                    <a:pt x="344" y="0"/>
                  </a:lnTo>
                  <a:lnTo>
                    <a:pt x="344" y="0"/>
                  </a:lnTo>
                  <a:lnTo>
                    <a:pt x="344" y="0"/>
                  </a:lnTo>
                  <a:lnTo>
                    <a:pt x="326" y="10"/>
                  </a:lnTo>
                  <a:lnTo>
                    <a:pt x="310" y="24"/>
                  </a:lnTo>
                  <a:lnTo>
                    <a:pt x="290" y="44"/>
                  </a:lnTo>
                  <a:lnTo>
                    <a:pt x="290" y="44"/>
                  </a:lnTo>
                  <a:lnTo>
                    <a:pt x="270" y="64"/>
                  </a:lnTo>
                  <a:lnTo>
                    <a:pt x="250" y="7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188" y="116"/>
                  </a:lnTo>
                  <a:lnTo>
                    <a:pt x="176" y="128"/>
                  </a:lnTo>
                  <a:lnTo>
                    <a:pt x="166" y="140"/>
                  </a:lnTo>
                  <a:lnTo>
                    <a:pt x="158" y="152"/>
                  </a:lnTo>
                  <a:lnTo>
                    <a:pt x="142" y="178"/>
                  </a:lnTo>
                  <a:lnTo>
                    <a:pt x="128" y="200"/>
                  </a:lnTo>
                  <a:lnTo>
                    <a:pt x="128" y="200"/>
                  </a:lnTo>
                  <a:lnTo>
                    <a:pt x="114" y="218"/>
                  </a:lnTo>
                  <a:lnTo>
                    <a:pt x="98" y="234"/>
                  </a:lnTo>
                  <a:lnTo>
                    <a:pt x="78" y="248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46" y="272"/>
                  </a:lnTo>
                  <a:lnTo>
                    <a:pt x="34" y="280"/>
                  </a:lnTo>
                  <a:lnTo>
                    <a:pt x="16" y="300"/>
                  </a:lnTo>
                  <a:lnTo>
                    <a:pt x="4" y="316"/>
                  </a:lnTo>
                  <a:lnTo>
                    <a:pt x="0" y="322"/>
                  </a:lnTo>
                  <a:lnTo>
                    <a:pt x="22" y="34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Freeform 128"/>
            <p:cNvSpPr/>
            <p:nvPr/>
          </p:nvSpPr>
          <p:spPr bwMode="auto">
            <a:xfrm>
              <a:off x="4867275" y="3013075"/>
              <a:ext cx="120650" cy="120650"/>
            </a:xfrm>
            <a:custGeom>
              <a:avLst/>
              <a:gdLst/>
              <a:ahLst/>
              <a:cxnLst>
                <a:cxn ang="0">
                  <a:pos x="30" y="30"/>
                </a:cxn>
                <a:cxn ang="0">
                  <a:pos x="30" y="30"/>
                </a:cxn>
                <a:cxn ang="0">
                  <a:pos x="20" y="42"/>
                </a:cxn>
                <a:cxn ang="0">
                  <a:pos x="10" y="54"/>
                </a:cxn>
                <a:cxn ang="0">
                  <a:pos x="4" y="66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0" y="72"/>
                </a:cxn>
                <a:cxn ang="0">
                  <a:pos x="22" y="66"/>
                </a:cxn>
                <a:cxn ang="0">
                  <a:pos x="34" y="56"/>
                </a:cxn>
                <a:cxn ang="0">
                  <a:pos x="46" y="46"/>
                </a:cxn>
                <a:cxn ang="0">
                  <a:pos x="46" y="46"/>
                </a:cxn>
                <a:cxn ang="0">
                  <a:pos x="58" y="34"/>
                </a:cxn>
                <a:cxn ang="0">
                  <a:pos x="66" y="22"/>
                </a:cxn>
                <a:cxn ang="0">
                  <a:pos x="72" y="1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66" y="4"/>
                </a:cxn>
                <a:cxn ang="0">
                  <a:pos x="54" y="10"/>
                </a:cxn>
                <a:cxn ang="0">
                  <a:pos x="42" y="18"/>
                </a:cxn>
                <a:cxn ang="0">
                  <a:pos x="30" y="30"/>
                </a:cxn>
                <a:cxn ang="0">
                  <a:pos x="30" y="30"/>
                </a:cxn>
              </a:cxnLst>
              <a:rect l="0" t="0" r="r" b="b"/>
              <a:pathLst>
                <a:path w="76" h="76">
                  <a:moveTo>
                    <a:pt x="30" y="30"/>
                  </a:moveTo>
                  <a:lnTo>
                    <a:pt x="30" y="30"/>
                  </a:lnTo>
                  <a:lnTo>
                    <a:pt x="20" y="42"/>
                  </a:lnTo>
                  <a:lnTo>
                    <a:pt x="10" y="54"/>
                  </a:lnTo>
                  <a:lnTo>
                    <a:pt x="4" y="66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0" y="72"/>
                  </a:lnTo>
                  <a:lnTo>
                    <a:pt x="22" y="66"/>
                  </a:lnTo>
                  <a:lnTo>
                    <a:pt x="34" y="56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58" y="34"/>
                  </a:lnTo>
                  <a:lnTo>
                    <a:pt x="66" y="22"/>
                  </a:lnTo>
                  <a:lnTo>
                    <a:pt x="72" y="1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6" y="4"/>
                  </a:lnTo>
                  <a:lnTo>
                    <a:pt x="54" y="10"/>
                  </a:lnTo>
                  <a:lnTo>
                    <a:pt x="42" y="18"/>
                  </a:lnTo>
                  <a:lnTo>
                    <a:pt x="30" y="3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Freeform 129"/>
            <p:cNvSpPr/>
            <p:nvPr/>
          </p:nvSpPr>
          <p:spPr bwMode="auto">
            <a:xfrm>
              <a:off x="4635500" y="3368675"/>
              <a:ext cx="815975" cy="120650"/>
            </a:xfrm>
            <a:custGeom>
              <a:avLst/>
              <a:gdLst/>
              <a:ahLst/>
              <a:cxnLst>
                <a:cxn ang="0">
                  <a:pos x="488" y="28"/>
                </a:cxn>
                <a:cxn ang="0">
                  <a:pos x="466" y="24"/>
                </a:cxn>
                <a:cxn ang="0">
                  <a:pos x="412" y="20"/>
                </a:cxn>
                <a:cxn ang="0">
                  <a:pos x="412" y="20"/>
                </a:cxn>
                <a:cxn ang="0">
                  <a:pos x="376" y="20"/>
                </a:cxn>
                <a:cxn ang="0">
                  <a:pos x="310" y="4"/>
                </a:cxn>
                <a:cxn ang="0">
                  <a:pos x="296" y="2"/>
                </a:cxn>
                <a:cxn ang="0">
                  <a:pos x="256" y="2"/>
                </a:cxn>
                <a:cxn ang="0">
                  <a:pos x="210" y="12"/>
                </a:cxn>
                <a:cxn ang="0">
                  <a:pos x="186" y="18"/>
                </a:cxn>
                <a:cxn ang="0">
                  <a:pos x="146" y="20"/>
                </a:cxn>
                <a:cxn ang="0">
                  <a:pos x="98" y="10"/>
                </a:cxn>
                <a:cxn ang="0">
                  <a:pos x="82" y="8"/>
                </a:cxn>
                <a:cxn ang="0">
                  <a:pos x="42" y="8"/>
                </a:cxn>
                <a:cxn ang="0">
                  <a:pos x="10" y="12"/>
                </a:cxn>
                <a:cxn ang="0">
                  <a:pos x="0" y="22"/>
                </a:cxn>
                <a:cxn ang="0">
                  <a:pos x="10" y="64"/>
                </a:cxn>
                <a:cxn ang="0">
                  <a:pos x="18" y="64"/>
                </a:cxn>
                <a:cxn ang="0">
                  <a:pos x="68" y="68"/>
                </a:cxn>
                <a:cxn ang="0">
                  <a:pos x="98" y="66"/>
                </a:cxn>
                <a:cxn ang="0">
                  <a:pos x="122" y="60"/>
                </a:cxn>
                <a:cxn ang="0">
                  <a:pos x="166" y="56"/>
                </a:cxn>
                <a:cxn ang="0">
                  <a:pos x="210" y="64"/>
                </a:cxn>
                <a:cxn ang="0">
                  <a:pos x="232" y="70"/>
                </a:cxn>
                <a:cxn ang="0">
                  <a:pos x="282" y="76"/>
                </a:cxn>
                <a:cxn ang="0">
                  <a:pos x="310" y="72"/>
                </a:cxn>
                <a:cxn ang="0">
                  <a:pos x="342" y="64"/>
                </a:cxn>
                <a:cxn ang="0">
                  <a:pos x="394" y="54"/>
                </a:cxn>
                <a:cxn ang="0">
                  <a:pos x="412" y="56"/>
                </a:cxn>
                <a:cxn ang="0">
                  <a:pos x="466" y="52"/>
                </a:cxn>
                <a:cxn ang="0">
                  <a:pos x="488" y="48"/>
                </a:cxn>
                <a:cxn ang="0">
                  <a:pos x="488" y="28"/>
                </a:cxn>
              </a:cxnLst>
              <a:rect l="0" t="0" r="r" b="b"/>
              <a:pathLst>
                <a:path w="514" h="76">
                  <a:moveTo>
                    <a:pt x="488" y="28"/>
                  </a:moveTo>
                  <a:lnTo>
                    <a:pt x="488" y="28"/>
                  </a:lnTo>
                  <a:lnTo>
                    <a:pt x="480" y="26"/>
                  </a:lnTo>
                  <a:lnTo>
                    <a:pt x="466" y="24"/>
                  </a:lnTo>
                  <a:lnTo>
                    <a:pt x="442" y="20"/>
                  </a:lnTo>
                  <a:lnTo>
                    <a:pt x="412" y="20"/>
                  </a:lnTo>
                  <a:lnTo>
                    <a:pt x="412" y="20"/>
                  </a:lnTo>
                  <a:lnTo>
                    <a:pt x="412" y="20"/>
                  </a:lnTo>
                  <a:lnTo>
                    <a:pt x="394" y="22"/>
                  </a:lnTo>
                  <a:lnTo>
                    <a:pt x="376" y="20"/>
                  </a:lnTo>
                  <a:lnTo>
                    <a:pt x="342" y="12"/>
                  </a:lnTo>
                  <a:lnTo>
                    <a:pt x="310" y="4"/>
                  </a:lnTo>
                  <a:lnTo>
                    <a:pt x="310" y="4"/>
                  </a:lnTo>
                  <a:lnTo>
                    <a:pt x="296" y="2"/>
                  </a:lnTo>
                  <a:lnTo>
                    <a:pt x="282" y="0"/>
                  </a:lnTo>
                  <a:lnTo>
                    <a:pt x="256" y="2"/>
                  </a:lnTo>
                  <a:lnTo>
                    <a:pt x="232" y="6"/>
                  </a:lnTo>
                  <a:lnTo>
                    <a:pt x="210" y="12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66" y="20"/>
                  </a:lnTo>
                  <a:lnTo>
                    <a:pt x="146" y="20"/>
                  </a:lnTo>
                  <a:lnTo>
                    <a:pt x="122" y="16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82" y="8"/>
                  </a:lnTo>
                  <a:lnTo>
                    <a:pt x="68" y="8"/>
                  </a:lnTo>
                  <a:lnTo>
                    <a:pt x="42" y="8"/>
                  </a:lnTo>
                  <a:lnTo>
                    <a:pt x="20" y="10"/>
                  </a:lnTo>
                  <a:lnTo>
                    <a:pt x="10" y="12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0" y="62"/>
                  </a:lnTo>
                  <a:lnTo>
                    <a:pt x="10" y="64"/>
                  </a:lnTo>
                  <a:lnTo>
                    <a:pt x="10" y="64"/>
                  </a:lnTo>
                  <a:lnTo>
                    <a:pt x="18" y="64"/>
                  </a:lnTo>
                  <a:lnTo>
                    <a:pt x="40" y="68"/>
                  </a:lnTo>
                  <a:lnTo>
                    <a:pt x="68" y="68"/>
                  </a:lnTo>
                  <a:lnTo>
                    <a:pt x="82" y="68"/>
                  </a:lnTo>
                  <a:lnTo>
                    <a:pt x="98" y="66"/>
                  </a:lnTo>
                  <a:lnTo>
                    <a:pt x="98" y="66"/>
                  </a:lnTo>
                  <a:lnTo>
                    <a:pt x="122" y="60"/>
                  </a:lnTo>
                  <a:lnTo>
                    <a:pt x="146" y="56"/>
                  </a:lnTo>
                  <a:lnTo>
                    <a:pt x="166" y="56"/>
                  </a:lnTo>
                  <a:lnTo>
                    <a:pt x="186" y="58"/>
                  </a:lnTo>
                  <a:lnTo>
                    <a:pt x="210" y="64"/>
                  </a:lnTo>
                  <a:lnTo>
                    <a:pt x="210" y="64"/>
                  </a:lnTo>
                  <a:lnTo>
                    <a:pt x="232" y="70"/>
                  </a:lnTo>
                  <a:lnTo>
                    <a:pt x="256" y="74"/>
                  </a:lnTo>
                  <a:lnTo>
                    <a:pt x="282" y="76"/>
                  </a:lnTo>
                  <a:lnTo>
                    <a:pt x="296" y="74"/>
                  </a:lnTo>
                  <a:lnTo>
                    <a:pt x="310" y="72"/>
                  </a:lnTo>
                  <a:lnTo>
                    <a:pt x="342" y="64"/>
                  </a:lnTo>
                  <a:lnTo>
                    <a:pt x="342" y="64"/>
                  </a:lnTo>
                  <a:lnTo>
                    <a:pt x="376" y="56"/>
                  </a:lnTo>
                  <a:lnTo>
                    <a:pt x="394" y="54"/>
                  </a:lnTo>
                  <a:lnTo>
                    <a:pt x="412" y="56"/>
                  </a:lnTo>
                  <a:lnTo>
                    <a:pt x="412" y="56"/>
                  </a:lnTo>
                  <a:lnTo>
                    <a:pt x="442" y="56"/>
                  </a:lnTo>
                  <a:lnTo>
                    <a:pt x="466" y="52"/>
                  </a:lnTo>
                  <a:lnTo>
                    <a:pt x="480" y="50"/>
                  </a:lnTo>
                  <a:lnTo>
                    <a:pt x="488" y="48"/>
                  </a:lnTo>
                  <a:lnTo>
                    <a:pt x="514" y="38"/>
                  </a:lnTo>
                  <a:lnTo>
                    <a:pt x="488" y="2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Freeform 130"/>
            <p:cNvSpPr/>
            <p:nvPr/>
          </p:nvSpPr>
          <p:spPr bwMode="auto">
            <a:xfrm>
              <a:off x="4654550" y="3384550"/>
              <a:ext cx="746125" cy="88900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0" y="44"/>
                </a:cxn>
                <a:cxn ang="0">
                  <a:pos x="8" y="44"/>
                </a:cxn>
                <a:cxn ang="0">
                  <a:pos x="28" y="48"/>
                </a:cxn>
                <a:cxn ang="0">
                  <a:pos x="54" y="48"/>
                </a:cxn>
                <a:cxn ang="0">
                  <a:pos x="68" y="48"/>
                </a:cxn>
                <a:cxn ang="0">
                  <a:pos x="82" y="46"/>
                </a:cxn>
                <a:cxn ang="0">
                  <a:pos x="82" y="46"/>
                </a:cxn>
                <a:cxn ang="0">
                  <a:pos x="108" y="40"/>
                </a:cxn>
                <a:cxn ang="0">
                  <a:pos x="132" y="36"/>
                </a:cxn>
                <a:cxn ang="0">
                  <a:pos x="154" y="36"/>
                </a:cxn>
                <a:cxn ang="0">
                  <a:pos x="178" y="38"/>
                </a:cxn>
                <a:cxn ang="0">
                  <a:pos x="178" y="38"/>
                </a:cxn>
                <a:cxn ang="0">
                  <a:pos x="202" y="46"/>
                </a:cxn>
                <a:cxn ang="0">
                  <a:pos x="232" y="52"/>
                </a:cxn>
                <a:cxn ang="0">
                  <a:pos x="246" y="54"/>
                </a:cxn>
                <a:cxn ang="0">
                  <a:pos x="262" y="56"/>
                </a:cxn>
                <a:cxn ang="0">
                  <a:pos x="278" y="56"/>
                </a:cxn>
                <a:cxn ang="0">
                  <a:pos x="296" y="52"/>
                </a:cxn>
                <a:cxn ang="0">
                  <a:pos x="296" y="52"/>
                </a:cxn>
                <a:cxn ang="0">
                  <a:pos x="350" y="38"/>
                </a:cxn>
                <a:cxn ang="0">
                  <a:pos x="374" y="36"/>
                </a:cxn>
                <a:cxn ang="0">
                  <a:pos x="402" y="36"/>
                </a:cxn>
                <a:cxn ang="0">
                  <a:pos x="402" y="36"/>
                </a:cxn>
                <a:cxn ang="0">
                  <a:pos x="430" y="36"/>
                </a:cxn>
                <a:cxn ang="0">
                  <a:pos x="452" y="32"/>
                </a:cxn>
                <a:cxn ang="0">
                  <a:pos x="470" y="28"/>
                </a:cxn>
                <a:cxn ang="0">
                  <a:pos x="470" y="28"/>
                </a:cxn>
                <a:cxn ang="0">
                  <a:pos x="470" y="28"/>
                </a:cxn>
                <a:cxn ang="0">
                  <a:pos x="452" y="24"/>
                </a:cxn>
                <a:cxn ang="0">
                  <a:pos x="430" y="20"/>
                </a:cxn>
                <a:cxn ang="0">
                  <a:pos x="402" y="20"/>
                </a:cxn>
                <a:cxn ang="0">
                  <a:pos x="402" y="20"/>
                </a:cxn>
                <a:cxn ang="0">
                  <a:pos x="374" y="20"/>
                </a:cxn>
                <a:cxn ang="0">
                  <a:pos x="350" y="18"/>
                </a:cxn>
                <a:cxn ang="0">
                  <a:pos x="296" y="4"/>
                </a:cxn>
                <a:cxn ang="0">
                  <a:pos x="296" y="4"/>
                </a:cxn>
                <a:cxn ang="0">
                  <a:pos x="278" y="0"/>
                </a:cxn>
                <a:cxn ang="0">
                  <a:pos x="262" y="0"/>
                </a:cxn>
                <a:cxn ang="0">
                  <a:pos x="246" y="2"/>
                </a:cxn>
                <a:cxn ang="0">
                  <a:pos x="232" y="4"/>
                </a:cxn>
                <a:cxn ang="0">
                  <a:pos x="202" y="10"/>
                </a:cxn>
                <a:cxn ang="0">
                  <a:pos x="178" y="18"/>
                </a:cxn>
                <a:cxn ang="0">
                  <a:pos x="178" y="18"/>
                </a:cxn>
                <a:cxn ang="0">
                  <a:pos x="154" y="20"/>
                </a:cxn>
                <a:cxn ang="0">
                  <a:pos x="132" y="20"/>
                </a:cxn>
                <a:cxn ang="0">
                  <a:pos x="108" y="16"/>
                </a:cxn>
                <a:cxn ang="0">
                  <a:pos x="82" y="10"/>
                </a:cxn>
                <a:cxn ang="0">
                  <a:pos x="82" y="10"/>
                </a:cxn>
                <a:cxn ang="0">
                  <a:pos x="68" y="8"/>
                </a:cxn>
                <a:cxn ang="0">
                  <a:pos x="54" y="8"/>
                </a:cxn>
                <a:cxn ang="0">
                  <a:pos x="28" y="8"/>
                </a:cxn>
                <a:cxn ang="0">
                  <a:pos x="8" y="12"/>
                </a:cxn>
                <a:cxn ang="0">
                  <a:pos x="0" y="12"/>
                </a:cxn>
                <a:cxn ang="0">
                  <a:pos x="0" y="44"/>
                </a:cxn>
              </a:cxnLst>
              <a:rect l="0" t="0" r="r" b="b"/>
              <a:pathLst>
                <a:path w="470" h="56">
                  <a:moveTo>
                    <a:pt x="0" y="44"/>
                  </a:moveTo>
                  <a:lnTo>
                    <a:pt x="0" y="44"/>
                  </a:lnTo>
                  <a:lnTo>
                    <a:pt x="8" y="44"/>
                  </a:lnTo>
                  <a:lnTo>
                    <a:pt x="28" y="48"/>
                  </a:lnTo>
                  <a:lnTo>
                    <a:pt x="54" y="48"/>
                  </a:lnTo>
                  <a:lnTo>
                    <a:pt x="68" y="48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108" y="40"/>
                  </a:lnTo>
                  <a:lnTo>
                    <a:pt x="132" y="36"/>
                  </a:lnTo>
                  <a:lnTo>
                    <a:pt x="154" y="36"/>
                  </a:lnTo>
                  <a:lnTo>
                    <a:pt x="178" y="38"/>
                  </a:lnTo>
                  <a:lnTo>
                    <a:pt x="178" y="38"/>
                  </a:lnTo>
                  <a:lnTo>
                    <a:pt x="202" y="46"/>
                  </a:lnTo>
                  <a:lnTo>
                    <a:pt x="232" y="52"/>
                  </a:lnTo>
                  <a:lnTo>
                    <a:pt x="246" y="54"/>
                  </a:lnTo>
                  <a:lnTo>
                    <a:pt x="262" y="56"/>
                  </a:lnTo>
                  <a:lnTo>
                    <a:pt x="278" y="56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350" y="38"/>
                  </a:lnTo>
                  <a:lnTo>
                    <a:pt x="374" y="36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30" y="36"/>
                  </a:lnTo>
                  <a:lnTo>
                    <a:pt x="452" y="32"/>
                  </a:lnTo>
                  <a:lnTo>
                    <a:pt x="470" y="28"/>
                  </a:lnTo>
                  <a:lnTo>
                    <a:pt x="470" y="28"/>
                  </a:lnTo>
                  <a:lnTo>
                    <a:pt x="470" y="28"/>
                  </a:lnTo>
                  <a:lnTo>
                    <a:pt x="452" y="24"/>
                  </a:lnTo>
                  <a:lnTo>
                    <a:pt x="430" y="20"/>
                  </a:lnTo>
                  <a:lnTo>
                    <a:pt x="402" y="20"/>
                  </a:lnTo>
                  <a:lnTo>
                    <a:pt x="402" y="20"/>
                  </a:lnTo>
                  <a:lnTo>
                    <a:pt x="374" y="20"/>
                  </a:lnTo>
                  <a:lnTo>
                    <a:pt x="350" y="18"/>
                  </a:lnTo>
                  <a:lnTo>
                    <a:pt x="296" y="4"/>
                  </a:lnTo>
                  <a:lnTo>
                    <a:pt x="296" y="4"/>
                  </a:lnTo>
                  <a:lnTo>
                    <a:pt x="278" y="0"/>
                  </a:lnTo>
                  <a:lnTo>
                    <a:pt x="262" y="0"/>
                  </a:lnTo>
                  <a:lnTo>
                    <a:pt x="246" y="2"/>
                  </a:lnTo>
                  <a:lnTo>
                    <a:pt x="232" y="4"/>
                  </a:lnTo>
                  <a:lnTo>
                    <a:pt x="202" y="10"/>
                  </a:lnTo>
                  <a:lnTo>
                    <a:pt x="178" y="18"/>
                  </a:lnTo>
                  <a:lnTo>
                    <a:pt x="178" y="18"/>
                  </a:lnTo>
                  <a:lnTo>
                    <a:pt x="154" y="20"/>
                  </a:lnTo>
                  <a:lnTo>
                    <a:pt x="132" y="20"/>
                  </a:lnTo>
                  <a:lnTo>
                    <a:pt x="108" y="16"/>
                  </a:lnTo>
                  <a:lnTo>
                    <a:pt x="82" y="10"/>
                  </a:lnTo>
                  <a:lnTo>
                    <a:pt x="82" y="10"/>
                  </a:lnTo>
                  <a:lnTo>
                    <a:pt x="68" y="8"/>
                  </a:lnTo>
                  <a:lnTo>
                    <a:pt x="54" y="8"/>
                  </a:lnTo>
                  <a:lnTo>
                    <a:pt x="28" y="8"/>
                  </a:lnTo>
                  <a:lnTo>
                    <a:pt x="8" y="12"/>
                  </a:lnTo>
                  <a:lnTo>
                    <a:pt x="0" y="12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Freeform 131"/>
            <p:cNvSpPr/>
            <p:nvPr/>
          </p:nvSpPr>
          <p:spPr bwMode="auto">
            <a:xfrm>
              <a:off x="4991100" y="3413125"/>
              <a:ext cx="168275" cy="31750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22" y="2"/>
                </a:cxn>
                <a:cxn ang="0">
                  <a:pos x="10" y="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10" y="14"/>
                </a:cxn>
                <a:cxn ang="0">
                  <a:pos x="22" y="18"/>
                </a:cxn>
                <a:cxn ang="0">
                  <a:pos x="36" y="20"/>
                </a:cxn>
                <a:cxn ang="0">
                  <a:pos x="54" y="20"/>
                </a:cxn>
                <a:cxn ang="0">
                  <a:pos x="54" y="20"/>
                </a:cxn>
                <a:cxn ang="0">
                  <a:pos x="70" y="20"/>
                </a:cxn>
                <a:cxn ang="0">
                  <a:pos x="84" y="18"/>
                </a:cxn>
                <a:cxn ang="0">
                  <a:pos x="98" y="14"/>
                </a:cxn>
                <a:cxn ang="0">
                  <a:pos x="106" y="10"/>
                </a:cxn>
                <a:cxn ang="0">
                  <a:pos x="106" y="10"/>
                </a:cxn>
                <a:cxn ang="0">
                  <a:pos x="98" y="6"/>
                </a:cxn>
                <a:cxn ang="0">
                  <a:pos x="84" y="2"/>
                </a:cxn>
                <a:cxn ang="0">
                  <a:pos x="70" y="0"/>
                </a:cxn>
                <a:cxn ang="0">
                  <a:pos x="54" y="0"/>
                </a:cxn>
                <a:cxn ang="0">
                  <a:pos x="54" y="0"/>
                </a:cxn>
              </a:cxnLst>
              <a:rect l="0" t="0" r="r" b="b"/>
              <a:pathLst>
                <a:path w="106" h="20">
                  <a:moveTo>
                    <a:pt x="54" y="0"/>
                  </a:moveTo>
                  <a:lnTo>
                    <a:pt x="54" y="0"/>
                  </a:lnTo>
                  <a:lnTo>
                    <a:pt x="36" y="0"/>
                  </a:lnTo>
                  <a:lnTo>
                    <a:pt x="22" y="2"/>
                  </a:lnTo>
                  <a:lnTo>
                    <a:pt x="10" y="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0" y="14"/>
                  </a:lnTo>
                  <a:lnTo>
                    <a:pt x="22" y="18"/>
                  </a:lnTo>
                  <a:lnTo>
                    <a:pt x="36" y="20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70" y="20"/>
                  </a:lnTo>
                  <a:lnTo>
                    <a:pt x="84" y="18"/>
                  </a:lnTo>
                  <a:lnTo>
                    <a:pt x="98" y="14"/>
                  </a:lnTo>
                  <a:lnTo>
                    <a:pt x="106" y="10"/>
                  </a:lnTo>
                  <a:lnTo>
                    <a:pt x="106" y="10"/>
                  </a:lnTo>
                  <a:lnTo>
                    <a:pt x="98" y="6"/>
                  </a:lnTo>
                  <a:lnTo>
                    <a:pt x="84" y="2"/>
                  </a:lnTo>
                  <a:lnTo>
                    <a:pt x="70" y="0"/>
                  </a:ln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Freeform 132"/>
            <p:cNvSpPr/>
            <p:nvPr/>
          </p:nvSpPr>
          <p:spPr bwMode="auto">
            <a:xfrm>
              <a:off x="4591050" y="3448050"/>
              <a:ext cx="603250" cy="603250"/>
            </a:xfrm>
            <a:custGeom>
              <a:avLst/>
              <a:gdLst/>
              <a:ahLst/>
              <a:cxnLst>
                <a:cxn ang="0">
                  <a:pos x="368" y="354"/>
                </a:cxn>
                <a:cxn ang="0">
                  <a:pos x="356" y="334"/>
                </a:cxn>
                <a:cxn ang="0">
                  <a:pos x="320" y="296"/>
                </a:cxn>
                <a:cxn ang="0">
                  <a:pos x="320" y="296"/>
                </a:cxn>
                <a:cxn ang="0">
                  <a:pos x="296" y="270"/>
                </a:cxn>
                <a:cxn ang="0">
                  <a:pos x="260" y="212"/>
                </a:cxn>
                <a:cxn ang="0">
                  <a:pos x="252" y="200"/>
                </a:cxn>
                <a:cxn ang="0">
                  <a:pos x="224" y="172"/>
                </a:cxn>
                <a:cxn ang="0">
                  <a:pos x="184" y="146"/>
                </a:cxn>
                <a:cxn ang="0">
                  <a:pos x="164" y="134"/>
                </a:cxn>
                <a:cxn ang="0">
                  <a:pos x="132" y="106"/>
                </a:cxn>
                <a:cxn ang="0">
                  <a:pos x="104" y="66"/>
                </a:cxn>
                <a:cxn ang="0">
                  <a:pos x="96" y="54"/>
                </a:cxn>
                <a:cxn ang="0">
                  <a:pos x="66" y="24"/>
                </a:cxn>
                <a:cxn ang="0">
                  <a:pos x="42" y="6"/>
                </a:cxn>
                <a:cxn ang="0">
                  <a:pos x="28" y="6"/>
                </a:cxn>
                <a:cxn ang="0">
                  <a:pos x="6" y="40"/>
                </a:cxn>
                <a:cxn ang="0">
                  <a:pos x="10" y="48"/>
                </a:cxn>
                <a:cxn ang="0">
                  <a:pos x="42" y="86"/>
                </a:cxn>
                <a:cxn ang="0">
                  <a:pos x="66" y="104"/>
                </a:cxn>
                <a:cxn ang="0">
                  <a:pos x="88" y="118"/>
                </a:cxn>
                <a:cxn ang="0">
                  <a:pos x="120" y="146"/>
                </a:cxn>
                <a:cxn ang="0">
                  <a:pos x="146" y="184"/>
                </a:cxn>
                <a:cxn ang="0">
                  <a:pos x="158" y="204"/>
                </a:cxn>
                <a:cxn ang="0">
                  <a:pos x="190" y="244"/>
                </a:cxn>
                <a:cxn ang="0">
                  <a:pos x="212" y="260"/>
                </a:cxn>
                <a:cxn ang="0">
                  <a:pos x="240" y="276"/>
                </a:cxn>
                <a:cxn ang="0">
                  <a:pos x="282" y="306"/>
                </a:cxn>
                <a:cxn ang="0">
                  <a:pos x="296" y="320"/>
                </a:cxn>
                <a:cxn ang="0">
                  <a:pos x="334" y="356"/>
                </a:cxn>
                <a:cxn ang="0">
                  <a:pos x="354" y="368"/>
                </a:cxn>
                <a:cxn ang="0">
                  <a:pos x="368" y="354"/>
                </a:cxn>
              </a:cxnLst>
              <a:rect l="0" t="0" r="r" b="b"/>
              <a:pathLst>
                <a:path w="380" h="380">
                  <a:moveTo>
                    <a:pt x="368" y="354"/>
                  </a:moveTo>
                  <a:lnTo>
                    <a:pt x="368" y="354"/>
                  </a:lnTo>
                  <a:lnTo>
                    <a:pt x="364" y="348"/>
                  </a:lnTo>
                  <a:lnTo>
                    <a:pt x="356" y="334"/>
                  </a:lnTo>
                  <a:lnTo>
                    <a:pt x="342" y="31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06" y="282"/>
                  </a:lnTo>
                  <a:lnTo>
                    <a:pt x="296" y="270"/>
                  </a:lnTo>
                  <a:lnTo>
                    <a:pt x="276" y="240"/>
                  </a:lnTo>
                  <a:lnTo>
                    <a:pt x="260" y="212"/>
                  </a:lnTo>
                  <a:lnTo>
                    <a:pt x="260" y="212"/>
                  </a:lnTo>
                  <a:lnTo>
                    <a:pt x="252" y="200"/>
                  </a:lnTo>
                  <a:lnTo>
                    <a:pt x="244" y="190"/>
                  </a:lnTo>
                  <a:lnTo>
                    <a:pt x="224" y="172"/>
                  </a:lnTo>
                  <a:lnTo>
                    <a:pt x="204" y="158"/>
                  </a:lnTo>
                  <a:lnTo>
                    <a:pt x="184" y="146"/>
                  </a:lnTo>
                  <a:lnTo>
                    <a:pt x="164" y="134"/>
                  </a:lnTo>
                  <a:lnTo>
                    <a:pt x="164" y="134"/>
                  </a:lnTo>
                  <a:lnTo>
                    <a:pt x="146" y="120"/>
                  </a:lnTo>
                  <a:lnTo>
                    <a:pt x="132" y="106"/>
                  </a:lnTo>
                  <a:lnTo>
                    <a:pt x="118" y="88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96" y="54"/>
                  </a:lnTo>
                  <a:lnTo>
                    <a:pt x="86" y="44"/>
                  </a:lnTo>
                  <a:lnTo>
                    <a:pt x="66" y="24"/>
                  </a:lnTo>
                  <a:lnTo>
                    <a:pt x="50" y="12"/>
                  </a:lnTo>
                  <a:lnTo>
                    <a:pt x="42" y="6"/>
                  </a:lnTo>
                  <a:lnTo>
                    <a:pt x="34" y="0"/>
                  </a:lnTo>
                  <a:lnTo>
                    <a:pt x="28" y="6"/>
                  </a:lnTo>
                  <a:lnTo>
                    <a:pt x="0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10" y="48"/>
                  </a:lnTo>
                  <a:lnTo>
                    <a:pt x="24" y="66"/>
                  </a:lnTo>
                  <a:lnTo>
                    <a:pt x="42" y="86"/>
                  </a:lnTo>
                  <a:lnTo>
                    <a:pt x="54" y="96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88" y="118"/>
                  </a:lnTo>
                  <a:lnTo>
                    <a:pt x="106" y="132"/>
                  </a:lnTo>
                  <a:lnTo>
                    <a:pt x="120" y="146"/>
                  </a:lnTo>
                  <a:lnTo>
                    <a:pt x="134" y="164"/>
                  </a:lnTo>
                  <a:lnTo>
                    <a:pt x="146" y="184"/>
                  </a:lnTo>
                  <a:lnTo>
                    <a:pt x="146" y="184"/>
                  </a:lnTo>
                  <a:lnTo>
                    <a:pt x="158" y="204"/>
                  </a:lnTo>
                  <a:lnTo>
                    <a:pt x="172" y="224"/>
                  </a:lnTo>
                  <a:lnTo>
                    <a:pt x="190" y="244"/>
                  </a:lnTo>
                  <a:lnTo>
                    <a:pt x="200" y="252"/>
                  </a:lnTo>
                  <a:lnTo>
                    <a:pt x="212" y="260"/>
                  </a:lnTo>
                  <a:lnTo>
                    <a:pt x="240" y="276"/>
                  </a:lnTo>
                  <a:lnTo>
                    <a:pt x="240" y="276"/>
                  </a:lnTo>
                  <a:lnTo>
                    <a:pt x="270" y="296"/>
                  </a:lnTo>
                  <a:lnTo>
                    <a:pt x="282" y="306"/>
                  </a:lnTo>
                  <a:lnTo>
                    <a:pt x="296" y="320"/>
                  </a:lnTo>
                  <a:lnTo>
                    <a:pt x="296" y="320"/>
                  </a:lnTo>
                  <a:lnTo>
                    <a:pt x="316" y="342"/>
                  </a:lnTo>
                  <a:lnTo>
                    <a:pt x="334" y="356"/>
                  </a:lnTo>
                  <a:lnTo>
                    <a:pt x="348" y="364"/>
                  </a:lnTo>
                  <a:lnTo>
                    <a:pt x="354" y="368"/>
                  </a:lnTo>
                  <a:lnTo>
                    <a:pt x="380" y="380"/>
                  </a:lnTo>
                  <a:lnTo>
                    <a:pt x="368" y="3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Freeform 133"/>
            <p:cNvSpPr/>
            <p:nvPr/>
          </p:nvSpPr>
          <p:spPr bwMode="auto">
            <a:xfrm>
              <a:off x="4613275" y="3470275"/>
              <a:ext cx="546100" cy="546100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16" y="44"/>
                </a:cxn>
                <a:cxn ang="0">
                  <a:pos x="34" y="64"/>
                </a:cxn>
                <a:cxn ang="0">
                  <a:pos x="46" y="72"/>
                </a:cxn>
                <a:cxn ang="0">
                  <a:pos x="56" y="82"/>
                </a:cxn>
                <a:cxn ang="0">
                  <a:pos x="56" y="82"/>
                </a:cxn>
                <a:cxn ang="0">
                  <a:pos x="78" y="96"/>
                </a:cxn>
                <a:cxn ang="0">
                  <a:pos x="98" y="110"/>
                </a:cxn>
                <a:cxn ang="0">
                  <a:pos x="114" y="126"/>
                </a:cxn>
                <a:cxn ang="0">
                  <a:pos x="128" y="144"/>
                </a:cxn>
                <a:cxn ang="0">
                  <a:pos x="128" y="144"/>
                </a:cxn>
                <a:cxn ang="0">
                  <a:pos x="142" y="166"/>
                </a:cxn>
                <a:cxn ang="0">
                  <a:pos x="158" y="192"/>
                </a:cxn>
                <a:cxn ang="0">
                  <a:pos x="166" y="204"/>
                </a:cxn>
                <a:cxn ang="0">
                  <a:pos x="176" y="216"/>
                </a:cxn>
                <a:cxn ang="0">
                  <a:pos x="188" y="228"/>
                </a:cxn>
                <a:cxn ang="0">
                  <a:pos x="202" y="236"/>
                </a:cxn>
                <a:cxn ang="0">
                  <a:pos x="202" y="236"/>
                </a:cxn>
                <a:cxn ang="0">
                  <a:pos x="250" y="266"/>
                </a:cxn>
                <a:cxn ang="0">
                  <a:pos x="270" y="280"/>
                </a:cxn>
                <a:cxn ang="0">
                  <a:pos x="290" y="300"/>
                </a:cxn>
                <a:cxn ang="0">
                  <a:pos x="290" y="300"/>
                </a:cxn>
                <a:cxn ang="0">
                  <a:pos x="310" y="320"/>
                </a:cxn>
                <a:cxn ang="0">
                  <a:pos x="326" y="334"/>
                </a:cxn>
                <a:cxn ang="0">
                  <a:pos x="344" y="344"/>
                </a:cxn>
                <a:cxn ang="0">
                  <a:pos x="344" y="344"/>
                </a:cxn>
                <a:cxn ang="0">
                  <a:pos x="344" y="344"/>
                </a:cxn>
                <a:cxn ang="0">
                  <a:pos x="334" y="326"/>
                </a:cxn>
                <a:cxn ang="0">
                  <a:pos x="320" y="310"/>
                </a:cxn>
                <a:cxn ang="0">
                  <a:pos x="300" y="290"/>
                </a:cxn>
                <a:cxn ang="0">
                  <a:pos x="300" y="290"/>
                </a:cxn>
                <a:cxn ang="0">
                  <a:pos x="280" y="270"/>
                </a:cxn>
                <a:cxn ang="0">
                  <a:pos x="266" y="250"/>
                </a:cxn>
                <a:cxn ang="0">
                  <a:pos x="238" y="202"/>
                </a:cxn>
                <a:cxn ang="0">
                  <a:pos x="238" y="202"/>
                </a:cxn>
                <a:cxn ang="0">
                  <a:pos x="228" y="188"/>
                </a:cxn>
                <a:cxn ang="0">
                  <a:pos x="216" y="176"/>
                </a:cxn>
                <a:cxn ang="0">
                  <a:pos x="204" y="166"/>
                </a:cxn>
                <a:cxn ang="0">
                  <a:pos x="192" y="158"/>
                </a:cxn>
                <a:cxn ang="0">
                  <a:pos x="166" y="142"/>
                </a:cxn>
                <a:cxn ang="0">
                  <a:pos x="144" y="128"/>
                </a:cxn>
                <a:cxn ang="0">
                  <a:pos x="144" y="128"/>
                </a:cxn>
                <a:cxn ang="0">
                  <a:pos x="126" y="114"/>
                </a:cxn>
                <a:cxn ang="0">
                  <a:pos x="110" y="98"/>
                </a:cxn>
                <a:cxn ang="0">
                  <a:pos x="96" y="78"/>
                </a:cxn>
                <a:cxn ang="0">
                  <a:pos x="82" y="56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64" y="34"/>
                </a:cxn>
                <a:cxn ang="0">
                  <a:pos x="44" y="16"/>
                </a:cxn>
                <a:cxn ang="0">
                  <a:pos x="28" y="4"/>
                </a:cxn>
                <a:cxn ang="0">
                  <a:pos x="22" y="0"/>
                </a:cxn>
                <a:cxn ang="0">
                  <a:pos x="0" y="22"/>
                </a:cxn>
              </a:cxnLst>
              <a:rect l="0" t="0" r="r" b="b"/>
              <a:pathLst>
                <a:path w="344" h="344">
                  <a:moveTo>
                    <a:pt x="0" y="22"/>
                  </a:moveTo>
                  <a:lnTo>
                    <a:pt x="0" y="22"/>
                  </a:lnTo>
                  <a:lnTo>
                    <a:pt x="4" y="28"/>
                  </a:lnTo>
                  <a:lnTo>
                    <a:pt x="16" y="44"/>
                  </a:lnTo>
                  <a:lnTo>
                    <a:pt x="34" y="64"/>
                  </a:lnTo>
                  <a:lnTo>
                    <a:pt x="46" y="72"/>
                  </a:lnTo>
                  <a:lnTo>
                    <a:pt x="56" y="82"/>
                  </a:lnTo>
                  <a:lnTo>
                    <a:pt x="56" y="82"/>
                  </a:lnTo>
                  <a:lnTo>
                    <a:pt x="78" y="96"/>
                  </a:lnTo>
                  <a:lnTo>
                    <a:pt x="98" y="110"/>
                  </a:lnTo>
                  <a:lnTo>
                    <a:pt x="114" y="126"/>
                  </a:lnTo>
                  <a:lnTo>
                    <a:pt x="128" y="144"/>
                  </a:lnTo>
                  <a:lnTo>
                    <a:pt x="128" y="144"/>
                  </a:lnTo>
                  <a:lnTo>
                    <a:pt x="142" y="166"/>
                  </a:lnTo>
                  <a:lnTo>
                    <a:pt x="158" y="192"/>
                  </a:lnTo>
                  <a:lnTo>
                    <a:pt x="166" y="204"/>
                  </a:lnTo>
                  <a:lnTo>
                    <a:pt x="176" y="216"/>
                  </a:lnTo>
                  <a:lnTo>
                    <a:pt x="188" y="228"/>
                  </a:lnTo>
                  <a:lnTo>
                    <a:pt x="202" y="236"/>
                  </a:lnTo>
                  <a:lnTo>
                    <a:pt x="202" y="236"/>
                  </a:lnTo>
                  <a:lnTo>
                    <a:pt x="250" y="266"/>
                  </a:lnTo>
                  <a:lnTo>
                    <a:pt x="270" y="280"/>
                  </a:lnTo>
                  <a:lnTo>
                    <a:pt x="290" y="300"/>
                  </a:lnTo>
                  <a:lnTo>
                    <a:pt x="290" y="300"/>
                  </a:lnTo>
                  <a:lnTo>
                    <a:pt x="310" y="320"/>
                  </a:lnTo>
                  <a:lnTo>
                    <a:pt x="326" y="334"/>
                  </a:lnTo>
                  <a:lnTo>
                    <a:pt x="344" y="344"/>
                  </a:lnTo>
                  <a:lnTo>
                    <a:pt x="344" y="344"/>
                  </a:lnTo>
                  <a:lnTo>
                    <a:pt x="344" y="344"/>
                  </a:lnTo>
                  <a:lnTo>
                    <a:pt x="334" y="326"/>
                  </a:lnTo>
                  <a:lnTo>
                    <a:pt x="320" y="310"/>
                  </a:lnTo>
                  <a:lnTo>
                    <a:pt x="300" y="290"/>
                  </a:lnTo>
                  <a:lnTo>
                    <a:pt x="300" y="290"/>
                  </a:lnTo>
                  <a:lnTo>
                    <a:pt x="280" y="270"/>
                  </a:lnTo>
                  <a:lnTo>
                    <a:pt x="266" y="250"/>
                  </a:lnTo>
                  <a:lnTo>
                    <a:pt x="238" y="202"/>
                  </a:lnTo>
                  <a:lnTo>
                    <a:pt x="238" y="202"/>
                  </a:lnTo>
                  <a:lnTo>
                    <a:pt x="228" y="188"/>
                  </a:lnTo>
                  <a:lnTo>
                    <a:pt x="216" y="176"/>
                  </a:lnTo>
                  <a:lnTo>
                    <a:pt x="204" y="166"/>
                  </a:lnTo>
                  <a:lnTo>
                    <a:pt x="192" y="158"/>
                  </a:lnTo>
                  <a:lnTo>
                    <a:pt x="166" y="14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26" y="114"/>
                  </a:lnTo>
                  <a:lnTo>
                    <a:pt x="110" y="98"/>
                  </a:lnTo>
                  <a:lnTo>
                    <a:pt x="96" y="78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64" y="34"/>
                  </a:lnTo>
                  <a:lnTo>
                    <a:pt x="44" y="16"/>
                  </a:lnTo>
                  <a:lnTo>
                    <a:pt x="28" y="4"/>
                  </a:lnTo>
                  <a:lnTo>
                    <a:pt x="22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Freeform 134"/>
            <p:cNvSpPr/>
            <p:nvPr/>
          </p:nvSpPr>
          <p:spPr bwMode="auto">
            <a:xfrm>
              <a:off x="4867275" y="3724275"/>
              <a:ext cx="120650" cy="120650"/>
            </a:xfrm>
            <a:custGeom>
              <a:avLst/>
              <a:gdLst/>
              <a:ahLst/>
              <a:cxnLst>
                <a:cxn ang="0">
                  <a:pos x="46" y="30"/>
                </a:cxn>
                <a:cxn ang="0">
                  <a:pos x="46" y="30"/>
                </a:cxn>
                <a:cxn ang="0">
                  <a:pos x="34" y="20"/>
                </a:cxn>
                <a:cxn ang="0">
                  <a:pos x="22" y="10"/>
                </a:cxn>
                <a:cxn ang="0">
                  <a:pos x="10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" y="10"/>
                </a:cxn>
                <a:cxn ang="0">
                  <a:pos x="10" y="22"/>
                </a:cxn>
                <a:cxn ang="0">
                  <a:pos x="20" y="34"/>
                </a:cxn>
                <a:cxn ang="0">
                  <a:pos x="30" y="46"/>
                </a:cxn>
                <a:cxn ang="0">
                  <a:pos x="30" y="46"/>
                </a:cxn>
                <a:cxn ang="0">
                  <a:pos x="42" y="58"/>
                </a:cxn>
                <a:cxn ang="0">
                  <a:pos x="54" y="66"/>
                </a:cxn>
                <a:cxn ang="0">
                  <a:pos x="66" y="72"/>
                </a:cxn>
                <a:cxn ang="0">
                  <a:pos x="76" y="76"/>
                </a:cxn>
                <a:cxn ang="0">
                  <a:pos x="76" y="76"/>
                </a:cxn>
                <a:cxn ang="0">
                  <a:pos x="72" y="66"/>
                </a:cxn>
                <a:cxn ang="0">
                  <a:pos x="66" y="54"/>
                </a:cxn>
                <a:cxn ang="0">
                  <a:pos x="58" y="42"/>
                </a:cxn>
                <a:cxn ang="0">
                  <a:pos x="46" y="30"/>
                </a:cxn>
                <a:cxn ang="0">
                  <a:pos x="46" y="30"/>
                </a:cxn>
              </a:cxnLst>
              <a:rect l="0" t="0" r="r" b="b"/>
              <a:pathLst>
                <a:path w="76" h="76">
                  <a:moveTo>
                    <a:pt x="46" y="30"/>
                  </a:moveTo>
                  <a:lnTo>
                    <a:pt x="46" y="30"/>
                  </a:lnTo>
                  <a:lnTo>
                    <a:pt x="34" y="20"/>
                  </a:lnTo>
                  <a:lnTo>
                    <a:pt x="22" y="10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10"/>
                  </a:lnTo>
                  <a:lnTo>
                    <a:pt x="10" y="22"/>
                  </a:lnTo>
                  <a:lnTo>
                    <a:pt x="20" y="34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42" y="58"/>
                  </a:lnTo>
                  <a:lnTo>
                    <a:pt x="54" y="66"/>
                  </a:lnTo>
                  <a:lnTo>
                    <a:pt x="66" y="72"/>
                  </a:lnTo>
                  <a:lnTo>
                    <a:pt x="76" y="76"/>
                  </a:lnTo>
                  <a:lnTo>
                    <a:pt x="76" y="76"/>
                  </a:lnTo>
                  <a:lnTo>
                    <a:pt x="72" y="66"/>
                  </a:lnTo>
                  <a:lnTo>
                    <a:pt x="66" y="54"/>
                  </a:lnTo>
                  <a:lnTo>
                    <a:pt x="58" y="42"/>
                  </a:lnTo>
                  <a:lnTo>
                    <a:pt x="46" y="30"/>
                  </a:lnTo>
                  <a:lnTo>
                    <a:pt x="46" y="3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Freeform 135"/>
            <p:cNvSpPr/>
            <p:nvPr/>
          </p:nvSpPr>
          <p:spPr bwMode="auto">
            <a:xfrm>
              <a:off x="4511675" y="3492500"/>
              <a:ext cx="120650" cy="815975"/>
            </a:xfrm>
            <a:custGeom>
              <a:avLst/>
              <a:gdLst/>
              <a:ahLst/>
              <a:cxnLst>
                <a:cxn ang="0">
                  <a:pos x="48" y="488"/>
                </a:cxn>
                <a:cxn ang="0">
                  <a:pos x="52" y="466"/>
                </a:cxn>
                <a:cxn ang="0">
                  <a:pos x="56" y="412"/>
                </a:cxn>
                <a:cxn ang="0">
                  <a:pos x="56" y="412"/>
                </a:cxn>
                <a:cxn ang="0">
                  <a:pos x="56" y="376"/>
                </a:cxn>
                <a:cxn ang="0">
                  <a:pos x="72" y="310"/>
                </a:cxn>
                <a:cxn ang="0">
                  <a:pos x="74" y="296"/>
                </a:cxn>
                <a:cxn ang="0">
                  <a:pos x="74" y="256"/>
                </a:cxn>
                <a:cxn ang="0">
                  <a:pos x="64" y="210"/>
                </a:cxn>
                <a:cxn ang="0">
                  <a:pos x="58" y="186"/>
                </a:cxn>
                <a:cxn ang="0">
                  <a:pos x="56" y="146"/>
                </a:cxn>
                <a:cxn ang="0">
                  <a:pos x="66" y="98"/>
                </a:cxn>
                <a:cxn ang="0">
                  <a:pos x="68" y="82"/>
                </a:cxn>
                <a:cxn ang="0">
                  <a:pos x="68" y="42"/>
                </a:cxn>
                <a:cxn ang="0">
                  <a:pos x="64" y="10"/>
                </a:cxn>
                <a:cxn ang="0">
                  <a:pos x="54" y="0"/>
                </a:cxn>
                <a:cxn ang="0">
                  <a:pos x="12" y="10"/>
                </a:cxn>
                <a:cxn ang="0">
                  <a:pos x="12" y="18"/>
                </a:cxn>
                <a:cxn ang="0">
                  <a:pos x="8" y="68"/>
                </a:cxn>
                <a:cxn ang="0">
                  <a:pos x="10" y="98"/>
                </a:cxn>
                <a:cxn ang="0">
                  <a:pos x="16" y="122"/>
                </a:cxn>
                <a:cxn ang="0">
                  <a:pos x="20" y="166"/>
                </a:cxn>
                <a:cxn ang="0">
                  <a:pos x="12" y="210"/>
                </a:cxn>
                <a:cxn ang="0">
                  <a:pos x="6" y="232"/>
                </a:cxn>
                <a:cxn ang="0">
                  <a:pos x="0" y="282"/>
                </a:cxn>
                <a:cxn ang="0">
                  <a:pos x="4" y="310"/>
                </a:cxn>
                <a:cxn ang="0">
                  <a:pos x="12" y="342"/>
                </a:cxn>
                <a:cxn ang="0">
                  <a:pos x="22" y="394"/>
                </a:cxn>
                <a:cxn ang="0">
                  <a:pos x="20" y="412"/>
                </a:cxn>
                <a:cxn ang="0">
                  <a:pos x="24" y="466"/>
                </a:cxn>
                <a:cxn ang="0">
                  <a:pos x="28" y="488"/>
                </a:cxn>
                <a:cxn ang="0">
                  <a:pos x="48" y="488"/>
                </a:cxn>
              </a:cxnLst>
              <a:rect l="0" t="0" r="r" b="b"/>
              <a:pathLst>
                <a:path w="76" h="514">
                  <a:moveTo>
                    <a:pt x="48" y="488"/>
                  </a:moveTo>
                  <a:lnTo>
                    <a:pt x="48" y="488"/>
                  </a:lnTo>
                  <a:lnTo>
                    <a:pt x="50" y="480"/>
                  </a:lnTo>
                  <a:lnTo>
                    <a:pt x="52" y="466"/>
                  </a:lnTo>
                  <a:lnTo>
                    <a:pt x="56" y="442"/>
                  </a:lnTo>
                  <a:lnTo>
                    <a:pt x="56" y="412"/>
                  </a:lnTo>
                  <a:lnTo>
                    <a:pt x="56" y="412"/>
                  </a:lnTo>
                  <a:lnTo>
                    <a:pt x="56" y="412"/>
                  </a:lnTo>
                  <a:lnTo>
                    <a:pt x="54" y="394"/>
                  </a:lnTo>
                  <a:lnTo>
                    <a:pt x="56" y="376"/>
                  </a:lnTo>
                  <a:lnTo>
                    <a:pt x="64" y="342"/>
                  </a:lnTo>
                  <a:lnTo>
                    <a:pt x="72" y="310"/>
                  </a:lnTo>
                  <a:lnTo>
                    <a:pt x="72" y="310"/>
                  </a:lnTo>
                  <a:lnTo>
                    <a:pt x="74" y="296"/>
                  </a:lnTo>
                  <a:lnTo>
                    <a:pt x="76" y="282"/>
                  </a:lnTo>
                  <a:lnTo>
                    <a:pt x="74" y="256"/>
                  </a:lnTo>
                  <a:lnTo>
                    <a:pt x="70" y="232"/>
                  </a:lnTo>
                  <a:lnTo>
                    <a:pt x="64" y="210"/>
                  </a:lnTo>
                  <a:lnTo>
                    <a:pt x="58" y="186"/>
                  </a:lnTo>
                  <a:lnTo>
                    <a:pt x="58" y="186"/>
                  </a:lnTo>
                  <a:lnTo>
                    <a:pt x="56" y="166"/>
                  </a:lnTo>
                  <a:lnTo>
                    <a:pt x="56" y="146"/>
                  </a:lnTo>
                  <a:lnTo>
                    <a:pt x="60" y="122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8" y="82"/>
                  </a:lnTo>
                  <a:lnTo>
                    <a:pt x="68" y="68"/>
                  </a:lnTo>
                  <a:lnTo>
                    <a:pt x="68" y="42"/>
                  </a:lnTo>
                  <a:lnTo>
                    <a:pt x="66" y="20"/>
                  </a:lnTo>
                  <a:lnTo>
                    <a:pt x="64" y="10"/>
                  </a:lnTo>
                  <a:lnTo>
                    <a:pt x="62" y="0"/>
                  </a:lnTo>
                  <a:lnTo>
                    <a:pt x="54" y="0"/>
                  </a:lnTo>
                  <a:lnTo>
                    <a:pt x="14" y="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8"/>
                  </a:lnTo>
                  <a:lnTo>
                    <a:pt x="8" y="40"/>
                  </a:lnTo>
                  <a:lnTo>
                    <a:pt x="8" y="68"/>
                  </a:lnTo>
                  <a:lnTo>
                    <a:pt x="8" y="82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6" y="122"/>
                  </a:lnTo>
                  <a:lnTo>
                    <a:pt x="20" y="146"/>
                  </a:lnTo>
                  <a:lnTo>
                    <a:pt x="20" y="166"/>
                  </a:lnTo>
                  <a:lnTo>
                    <a:pt x="18" y="186"/>
                  </a:lnTo>
                  <a:lnTo>
                    <a:pt x="12" y="210"/>
                  </a:lnTo>
                  <a:lnTo>
                    <a:pt x="12" y="210"/>
                  </a:lnTo>
                  <a:lnTo>
                    <a:pt x="6" y="232"/>
                  </a:lnTo>
                  <a:lnTo>
                    <a:pt x="2" y="256"/>
                  </a:lnTo>
                  <a:lnTo>
                    <a:pt x="0" y="282"/>
                  </a:lnTo>
                  <a:lnTo>
                    <a:pt x="2" y="296"/>
                  </a:lnTo>
                  <a:lnTo>
                    <a:pt x="4" y="310"/>
                  </a:lnTo>
                  <a:lnTo>
                    <a:pt x="12" y="342"/>
                  </a:lnTo>
                  <a:lnTo>
                    <a:pt x="12" y="342"/>
                  </a:lnTo>
                  <a:lnTo>
                    <a:pt x="20" y="376"/>
                  </a:lnTo>
                  <a:lnTo>
                    <a:pt x="22" y="394"/>
                  </a:lnTo>
                  <a:lnTo>
                    <a:pt x="20" y="412"/>
                  </a:lnTo>
                  <a:lnTo>
                    <a:pt x="20" y="412"/>
                  </a:lnTo>
                  <a:lnTo>
                    <a:pt x="20" y="442"/>
                  </a:lnTo>
                  <a:lnTo>
                    <a:pt x="24" y="466"/>
                  </a:lnTo>
                  <a:lnTo>
                    <a:pt x="26" y="480"/>
                  </a:lnTo>
                  <a:lnTo>
                    <a:pt x="28" y="488"/>
                  </a:lnTo>
                  <a:lnTo>
                    <a:pt x="38" y="514"/>
                  </a:lnTo>
                  <a:lnTo>
                    <a:pt x="48" y="48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Freeform 136"/>
            <p:cNvSpPr/>
            <p:nvPr/>
          </p:nvSpPr>
          <p:spPr bwMode="auto">
            <a:xfrm>
              <a:off x="4527550" y="3511550"/>
              <a:ext cx="88900" cy="74612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2" y="0"/>
                </a:cxn>
                <a:cxn ang="0">
                  <a:pos x="12" y="8"/>
                </a:cxn>
                <a:cxn ang="0">
                  <a:pos x="8" y="28"/>
                </a:cxn>
                <a:cxn ang="0">
                  <a:pos x="8" y="54"/>
                </a:cxn>
                <a:cxn ang="0">
                  <a:pos x="8" y="68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6" y="108"/>
                </a:cxn>
                <a:cxn ang="0">
                  <a:pos x="20" y="132"/>
                </a:cxn>
                <a:cxn ang="0">
                  <a:pos x="20" y="154"/>
                </a:cxn>
                <a:cxn ang="0">
                  <a:pos x="18" y="178"/>
                </a:cxn>
                <a:cxn ang="0">
                  <a:pos x="18" y="178"/>
                </a:cxn>
                <a:cxn ang="0">
                  <a:pos x="10" y="202"/>
                </a:cxn>
                <a:cxn ang="0">
                  <a:pos x="4" y="232"/>
                </a:cxn>
                <a:cxn ang="0">
                  <a:pos x="2" y="246"/>
                </a:cxn>
                <a:cxn ang="0">
                  <a:pos x="0" y="262"/>
                </a:cxn>
                <a:cxn ang="0">
                  <a:pos x="0" y="278"/>
                </a:cxn>
                <a:cxn ang="0">
                  <a:pos x="4" y="296"/>
                </a:cxn>
                <a:cxn ang="0">
                  <a:pos x="4" y="296"/>
                </a:cxn>
                <a:cxn ang="0">
                  <a:pos x="18" y="350"/>
                </a:cxn>
                <a:cxn ang="0">
                  <a:pos x="20" y="374"/>
                </a:cxn>
                <a:cxn ang="0">
                  <a:pos x="20" y="402"/>
                </a:cxn>
                <a:cxn ang="0">
                  <a:pos x="20" y="402"/>
                </a:cxn>
                <a:cxn ang="0">
                  <a:pos x="20" y="430"/>
                </a:cxn>
                <a:cxn ang="0">
                  <a:pos x="24" y="452"/>
                </a:cxn>
                <a:cxn ang="0">
                  <a:pos x="28" y="470"/>
                </a:cxn>
                <a:cxn ang="0">
                  <a:pos x="28" y="470"/>
                </a:cxn>
                <a:cxn ang="0">
                  <a:pos x="28" y="470"/>
                </a:cxn>
                <a:cxn ang="0">
                  <a:pos x="32" y="452"/>
                </a:cxn>
                <a:cxn ang="0">
                  <a:pos x="36" y="430"/>
                </a:cxn>
                <a:cxn ang="0">
                  <a:pos x="36" y="402"/>
                </a:cxn>
                <a:cxn ang="0">
                  <a:pos x="36" y="402"/>
                </a:cxn>
                <a:cxn ang="0">
                  <a:pos x="36" y="374"/>
                </a:cxn>
                <a:cxn ang="0">
                  <a:pos x="38" y="350"/>
                </a:cxn>
                <a:cxn ang="0">
                  <a:pos x="52" y="296"/>
                </a:cxn>
                <a:cxn ang="0">
                  <a:pos x="52" y="296"/>
                </a:cxn>
                <a:cxn ang="0">
                  <a:pos x="56" y="278"/>
                </a:cxn>
                <a:cxn ang="0">
                  <a:pos x="56" y="262"/>
                </a:cxn>
                <a:cxn ang="0">
                  <a:pos x="54" y="246"/>
                </a:cxn>
                <a:cxn ang="0">
                  <a:pos x="52" y="232"/>
                </a:cxn>
                <a:cxn ang="0">
                  <a:pos x="46" y="202"/>
                </a:cxn>
                <a:cxn ang="0">
                  <a:pos x="38" y="178"/>
                </a:cxn>
                <a:cxn ang="0">
                  <a:pos x="38" y="178"/>
                </a:cxn>
                <a:cxn ang="0">
                  <a:pos x="36" y="154"/>
                </a:cxn>
                <a:cxn ang="0">
                  <a:pos x="36" y="132"/>
                </a:cxn>
                <a:cxn ang="0">
                  <a:pos x="40" y="108"/>
                </a:cxn>
                <a:cxn ang="0">
                  <a:pos x="46" y="82"/>
                </a:cxn>
                <a:cxn ang="0">
                  <a:pos x="46" y="82"/>
                </a:cxn>
                <a:cxn ang="0">
                  <a:pos x="48" y="68"/>
                </a:cxn>
                <a:cxn ang="0">
                  <a:pos x="48" y="54"/>
                </a:cxn>
                <a:cxn ang="0">
                  <a:pos x="48" y="28"/>
                </a:cxn>
                <a:cxn ang="0">
                  <a:pos x="44" y="8"/>
                </a:cxn>
                <a:cxn ang="0">
                  <a:pos x="44" y="0"/>
                </a:cxn>
                <a:cxn ang="0">
                  <a:pos x="12" y="0"/>
                </a:cxn>
              </a:cxnLst>
              <a:rect l="0" t="0" r="r" b="b"/>
              <a:pathLst>
                <a:path w="56" h="470">
                  <a:moveTo>
                    <a:pt x="12" y="0"/>
                  </a:moveTo>
                  <a:lnTo>
                    <a:pt x="12" y="0"/>
                  </a:lnTo>
                  <a:lnTo>
                    <a:pt x="12" y="8"/>
                  </a:lnTo>
                  <a:lnTo>
                    <a:pt x="8" y="28"/>
                  </a:lnTo>
                  <a:lnTo>
                    <a:pt x="8" y="54"/>
                  </a:lnTo>
                  <a:lnTo>
                    <a:pt x="8" y="68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6" y="108"/>
                  </a:lnTo>
                  <a:lnTo>
                    <a:pt x="20" y="132"/>
                  </a:lnTo>
                  <a:lnTo>
                    <a:pt x="20" y="154"/>
                  </a:lnTo>
                  <a:lnTo>
                    <a:pt x="18" y="178"/>
                  </a:lnTo>
                  <a:lnTo>
                    <a:pt x="18" y="178"/>
                  </a:lnTo>
                  <a:lnTo>
                    <a:pt x="10" y="202"/>
                  </a:lnTo>
                  <a:lnTo>
                    <a:pt x="4" y="232"/>
                  </a:lnTo>
                  <a:lnTo>
                    <a:pt x="2" y="246"/>
                  </a:lnTo>
                  <a:lnTo>
                    <a:pt x="0" y="262"/>
                  </a:lnTo>
                  <a:lnTo>
                    <a:pt x="0" y="278"/>
                  </a:lnTo>
                  <a:lnTo>
                    <a:pt x="4" y="296"/>
                  </a:lnTo>
                  <a:lnTo>
                    <a:pt x="4" y="296"/>
                  </a:lnTo>
                  <a:lnTo>
                    <a:pt x="18" y="350"/>
                  </a:lnTo>
                  <a:lnTo>
                    <a:pt x="20" y="374"/>
                  </a:lnTo>
                  <a:lnTo>
                    <a:pt x="20" y="402"/>
                  </a:lnTo>
                  <a:lnTo>
                    <a:pt x="20" y="402"/>
                  </a:lnTo>
                  <a:lnTo>
                    <a:pt x="20" y="430"/>
                  </a:lnTo>
                  <a:lnTo>
                    <a:pt x="24" y="452"/>
                  </a:lnTo>
                  <a:lnTo>
                    <a:pt x="28" y="470"/>
                  </a:lnTo>
                  <a:lnTo>
                    <a:pt x="28" y="470"/>
                  </a:lnTo>
                  <a:lnTo>
                    <a:pt x="28" y="470"/>
                  </a:lnTo>
                  <a:lnTo>
                    <a:pt x="32" y="452"/>
                  </a:lnTo>
                  <a:lnTo>
                    <a:pt x="36" y="430"/>
                  </a:lnTo>
                  <a:lnTo>
                    <a:pt x="36" y="402"/>
                  </a:lnTo>
                  <a:lnTo>
                    <a:pt x="36" y="402"/>
                  </a:lnTo>
                  <a:lnTo>
                    <a:pt x="36" y="374"/>
                  </a:lnTo>
                  <a:lnTo>
                    <a:pt x="38" y="350"/>
                  </a:lnTo>
                  <a:lnTo>
                    <a:pt x="52" y="296"/>
                  </a:lnTo>
                  <a:lnTo>
                    <a:pt x="52" y="296"/>
                  </a:lnTo>
                  <a:lnTo>
                    <a:pt x="56" y="278"/>
                  </a:lnTo>
                  <a:lnTo>
                    <a:pt x="56" y="262"/>
                  </a:lnTo>
                  <a:lnTo>
                    <a:pt x="54" y="246"/>
                  </a:lnTo>
                  <a:lnTo>
                    <a:pt x="52" y="232"/>
                  </a:lnTo>
                  <a:lnTo>
                    <a:pt x="46" y="202"/>
                  </a:lnTo>
                  <a:lnTo>
                    <a:pt x="38" y="178"/>
                  </a:lnTo>
                  <a:lnTo>
                    <a:pt x="38" y="178"/>
                  </a:lnTo>
                  <a:lnTo>
                    <a:pt x="36" y="154"/>
                  </a:lnTo>
                  <a:lnTo>
                    <a:pt x="36" y="132"/>
                  </a:lnTo>
                  <a:lnTo>
                    <a:pt x="40" y="108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8" y="68"/>
                  </a:lnTo>
                  <a:lnTo>
                    <a:pt x="48" y="54"/>
                  </a:lnTo>
                  <a:lnTo>
                    <a:pt x="48" y="28"/>
                  </a:lnTo>
                  <a:lnTo>
                    <a:pt x="44" y="8"/>
                  </a:lnTo>
                  <a:lnTo>
                    <a:pt x="4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4" name="Freeform 137"/>
            <p:cNvSpPr/>
            <p:nvPr/>
          </p:nvSpPr>
          <p:spPr bwMode="auto">
            <a:xfrm>
              <a:off x="4556125" y="3848100"/>
              <a:ext cx="31750" cy="168275"/>
            </a:xfrm>
            <a:custGeom>
              <a:avLst/>
              <a:gdLst/>
              <a:ahLst/>
              <a:cxnLst>
                <a:cxn ang="0">
                  <a:pos x="20" y="54"/>
                </a:cxn>
                <a:cxn ang="0">
                  <a:pos x="20" y="54"/>
                </a:cxn>
                <a:cxn ang="0">
                  <a:pos x="20" y="36"/>
                </a:cxn>
                <a:cxn ang="0">
                  <a:pos x="18" y="22"/>
                </a:cxn>
                <a:cxn ang="0">
                  <a:pos x="14" y="1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10"/>
                </a:cxn>
                <a:cxn ang="0">
                  <a:pos x="2" y="22"/>
                </a:cxn>
                <a:cxn ang="0">
                  <a:pos x="0" y="36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0" y="70"/>
                </a:cxn>
                <a:cxn ang="0">
                  <a:pos x="2" y="84"/>
                </a:cxn>
                <a:cxn ang="0">
                  <a:pos x="6" y="98"/>
                </a:cxn>
                <a:cxn ang="0">
                  <a:pos x="10" y="106"/>
                </a:cxn>
                <a:cxn ang="0">
                  <a:pos x="10" y="106"/>
                </a:cxn>
                <a:cxn ang="0">
                  <a:pos x="14" y="98"/>
                </a:cxn>
                <a:cxn ang="0">
                  <a:pos x="18" y="84"/>
                </a:cxn>
                <a:cxn ang="0">
                  <a:pos x="20" y="70"/>
                </a:cxn>
                <a:cxn ang="0">
                  <a:pos x="20" y="54"/>
                </a:cxn>
                <a:cxn ang="0">
                  <a:pos x="20" y="54"/>
                </a:cxn>
              </a:cxnLst>
              <a:rect l="0" t="0" r="r" b="b"/>
              <a:pathLst>
                <a:path w="20" h="106">
                  <a:moveTo>
                    <a:pt x="20" y="54"/>
                  </a:moveTo>
                  <a:lnTo>
                    <a:pt x="20" y="54"/>
                  </a:lnTo>
                  <a:lnTo>
                    <a:pt x="20" y="36"/>
                  </a:lnTo>
                  <a:lnTo>
                    <a:pt x="18" y="22"/>
                  </a:lnTo>
                  <a:lnTo>
                    <a:pt x="14" y="1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10"/>
                  </a:lnTo>
                  <a:lnTo>
                    <a:pt x="2" y="22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70"/>
                  </a:lnTo>
                  <a:lnTo>
                    <a:pt x="2" y="84"/>
                  </a:lnTo>
                  <a:lnTo>
                    <a:pt x="6" y="98"/>
                  </a:lnTo>
                  <a:lnTo>
                    <a:pt x="10" y="106"/>
                  </a:lnTo>
                  <a:lnTo>
                    <a:pt x="10" y="106"/>
                  </a:lnTo>
                  <a:lnTo>
                    <a:pt x="14" y="98"/>
                  </a:lnTo>
                  <a:lnTo>
                    <a:pt x="18" y="84"/>
                  </a:lnTo>
                  <a:lnTo>
                    <a:pt x="20" y="70"/>
                  </a:lnTo>
                  <a:lnTo>
                    <a:pt x="20" y="54"/>
                  </a:lnTo>
                  <a:lnTo>
                    <a:pt x="20" y="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5" name="Freeform 138"/>
            <p:cNvSpPr/>
            <p:nvPr/>
          </p:nvSpPr>
          <p:spPr bwMode="auto">
            <a:xfrm>
              <a:off x="3949700" y="3448050"/>
              <a:ext cx="603250" cy="603250"/>
            </a:xfrm>
            <a:custGeom>
              <a:avLst/>
              <a:gdLst/>
              <a:ahLst/>
              <a:cxnLst>
                <a:cxn ang="0">
                  <a:pos x="26" y="368"/>
                </a:cxn>
                <a:cxn ang="0">
                  <a:pos x="46" y="356"/>
                </a:cxn>
                <a:cxn ang="0">
                  <a:pos x="84" y="320"/>
                </a:cxn>
                <a:cxn ang="0">
                  <a:pos x="84" y="320"/>
                </a:cxn>
                <a:cxn ang="0">
                  <a:pos x="110" y="296"/>
                </a:cxn>
                <a:cxn ang="0">
                  <a:pos x="168" y="260"/>
                </a:cxn>
                <a:cxn ang="0">
                  <a:pos x="180" y="252"/>
                </a:cxn>
                <a:cxn ang="0">
                  <a:pos x="208" y="224"/>
                </a:cxn>
                <a:cxn ang="0">
                  <a:pos x="234" y="184"/>
                </a:cxn>
                <a:cxn ang="0">
                  <a:pos x="246" y="164"/>
                </a:cxn>
                <a:cxn ang="0">
                  <a:pos x="274" y="132"/>
                </a:cxn>
                <a:cxn ang="0">
                  <a:pos x="314" y="104"/>
                </a:cxn>
                <a:cxn ang="0">
                  <a:pos x="326" y="96"/>
                </a:cxn>
                <a:cxn ang="0">
                  <a:pos x="356" y="66"/>
                </a:cxn>
                <a:cxn ang="0">
                  <a:pos x="374" y="42"/>
                </a:cxn>
                <a:cxn ang="0">
                  <a:pos x="374" y="28"/>
                </a:cxn>
                <a:cxn ang="0">
                  <a:pos x="340" y="6"/>
                </a:cxn>
                <a:cxn ang="0">
                  <a:pos x="332" y="10"/>
                </a:cxn>
                <a:cxn ang="0">
                  <a:pos x="294" y="42"/>
                </a:cxn>
                <a:cxn ang="0">
                  <a:pos x="276" y="66"/>
                </a:cxn>
                <a:cxn ang="0">
                  <a:pos x="262" y="88"/>
                </a:cxn>
                <a:cxn ang="0">
                  <a:pos x="234" y="120"/>
                </a:cxn>
                <a:cxn ang="0">
                  <a:pos x="196" y="146"/>
                </a:cxn>
                <a:cxn ang="0">
                  <a:pos x="176" y="158"/>
                </a:cxn>
                <a:cxn ang="0">
                  <a:pos x="136" y="190"/>
                </a:cxn>
                <a:cxn ang="0">
                  <a:pos x="120" y="212"/>
                </a:cxn>
                <a:cxn ang="0">
                  <a:pos x="104" y="240"/>
                </a:cxn>
                <a:cxn ang="0">
                  <a:pos x="74" y="282"/>
                </a:cxn>
                <a:cxn ang="0">
                  <a:pos x="60" y="296"/>
                </a:cxn>
                <a:cxn ang="0">
                  <a:pos x="24" y="334"/>
                </a:cxn>
                <a:cxn ang="0">
                  <a:pos x="12" y="354"/>
                </a:cxn>
                <a:cxn ang="0">
                  <a:pos x="26" y="368"/>
                </a:cxn>
              </a:cxnLst>
              <a:rect l="0" t="0" r="r" b="b"/>
              <a:pathLst>
                <a:path w="380" h="380">
                  <a:moveTo>
                    <a:pt x="26" y="368"/>
                  </a:moveTo>
                  <a:lnTo>
                    <a:pt x="26" y="368"/>
                  </a:lnTo>
                  <a:lnTo>
                    <a:pt x="32" y="364"/>
                  </a:lnTo>
                  <a:lnTo>
                    <a:pt x="46" y="356"/>
                  </a:lnTo>
                  <a:lnTo>
                    <a:pt x="64" y="342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98" y="306"/>
                  </a:lnTo>
                  <a:lnTo>
                    <a:pt x="110" y="296"/>
                  </a:lnTo>
                  <a:lnTo>
                    <a:pt x="140" y="276"/>
                  </a:lnTo>
                  <a:lnTo>
                    <a:pt x="168" y="260"/>
                  </a:lnTo>
                  <a:lnTo>
                    <a:pt x="168" y="260"/>
                  </a:lnTo>
                  <a:lnTo>
                    <a:pt x="180" y="252"/>
                  </a:lnTo>
                  <a:lnTo>
                    <a:pt x="190" y="244"/>
                  </a:lnTo>
                  <a:lnTo>
                    <a:pt x="208" y="224"/>
                  </a:lnTo>
                  <a:lnTo>
                    <a:pt x="222" y="204"/>
                  </a:lnTo>
                  <a:lnTo>
                    <a:pt x="234" y="184"/>
                  </a:lnTo>
                  <a:lnTo>
                    <a:pt x="246" y="164"/>
                  </a:lnTo>
                  <a:lnTo>
                    <a:pt x="246" y="164"/>
                  </a:lnTo>
                  <a:lnTo>
                    <a:pt x="260" y="146"/>
                  </a:lnTo>
                  <a:lnTo>
                    <a:pt x="274" y="132"/>
                  </a:lnTo>
                  <a:lnTo>
                    <a:pt x="292" y="118"/>
                  </a:lnTo>
                  <a:lnTo>
                    <a:pt x="314" y="104"/>
                  </a:lnTo>
                  <a:lnTo>
                    <a:pt x="314" y="104"/>
                  </a:lnTo>
                  <a:lnTo>
                    <a:pt x="326" y="96"/>
                  </a:lnTo>
                  <a:lnTo>
                    <a:pt x="336" y="86"/>
                  </a:lnTo>
                  <a:lnTo>
                    <a:pt x="356" y="66"/>
                  </a:lnTo>
                  <a:lnTo>
                    <a:pt x="368" y="50"/>
                  </a:lnTo>
                  <a:lnTo>
                    <a:pt x="374" y="42"/>
                  </a:lnTo>
                  <a:lnTo>
                    <a:pt x="380" y="34"/>
                  </a:lnTo>
                  <a:lnTo>
                    <a:pt x="374" y="28"/>
                  </a:lnTo>
                  <a:lnTo>
                    <a:pt x="346" y="0"/>
                  </a:lnTo>
                  <a:lnTo>
                    <a:pt x="340" y="6"/>
                  </a:lnTo>
                  <a:lnTo>
                    <a:pt x="340" y="6"/>
                  </a:lnTo>
                  <a:lnTo>
                    <a:pt x="332" y="10"/>
                  </a:lnTo>
                  <a:lnTo>
                    <a:pt x="314" y="24"/>
                  </a:lnTo>
                  <a:lnTo>
                    <a:pt x="294" y="42"/>
                  </a:lnTo>
                  <a:lnTo>
                    <a:pt x="284" y="54"/>
                  </a:lnTo>
                  <a:lnTo>
                    <a:pt x="276" y="66"/>
                  </a:lnTo>
                  <a:lnTo>
                    <a:pt x="276" y="66"/>
                  </a:lnTo>
                  <a:lnTo>
                    <a:pt x="262" y="88"/>
                  </a:lnTo>
                  <a:lnTo>
                    <a:pt x="248" y="106"/>
                  </a:lnTo>
                  <a:lnTo>
                    <a:pt x="234" y="120"/>
                  </a:lnTo>
                  <a:lnTo>
                    <a:pt x="216" y="134"/>
                  </a:lnTo>
                  <a:lnTo>
                    <a:pt x="196" y="146"/>
                  </a:lnTo>
                  <a:lnTo>
                    <a:pt x="196" y="146"/>
                  </a:lnTo>
                  <a:lnTo>
                    <a:pt x="176" y="158"/>
                  </a:lnTo>
                  <a:lnTo>
                    <a:pt x="156" y="172"/>
                  </a:lnTo>
                  <a:lnTo>
                    <a:pt x="136" y="190"/>
                  </a:lnTo>
                  <a:lnTo>
                    <a:pt x="128" y="200"/>
                  </a:lnTo>
                  <a:lnTo>
                    <a:pt x="120" y="212"/>
                  </a:lnTo>
                  <a:lnTo>
                    <a:pt x="104" y="240"/>
                  </a:lnTo>
                  <a:lnTo>
                    <a:pt x="104" y="240"/>
                  </a:lnTo>
                  <a:lnTo>
                    <a:pt x="84" y="270"/>
                  </a:lnTo>
                  <a:lnTo>
                    <a:pt x="74" y="282"/>
                  </a:lnTo>
                  <a:lnTo>
                    <a:pt x="60" y="296"/>
                  </a:lnTo>
                  <a:lnTo>
                    <a:pt x="60" y="296"/>
                  </a:lnTo>
                  <a:lnTo>
                    <a:pt x="38" y="316"/>
                  </a:lnTo>
                  <a:lnTo>
                    <a:pt x="24" y="334"/>
                  </a:lnTo>
                  <a:lnTo>
                    <a:pt x="16" y="348"/>
                  </a:lnTo>
                  <a:lnTo>
                    <a:pt x="12" y="354"/>
                  </a:lnTo>
                  <a:lnTo>
                    <a:pt x="0" y="380"/>
                  </a:lnTo>
                  <a:lnTo>
                    <a:pt x="26" y="36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Freeform 139"/>
            <p:cNvSpPr/>
            <p:nvPr/>
          </p:nvSpPr>
          <p:spPr bwMode="auto">
            <a:xfrm>
              <a:off x="3984625" y="3470275"/>
              <a:ext cx="546100" cy="546100"/>
            </a:xfrm>
            <a:custGeom>
              <a:avLst/>
              <a:gdLst/>
              <a:ahLst/>
              <a:cxnLst>
                <a:cxn ang="0">
                  <a:pos x="322" y="0"/>
                </a:cxn>
                <a:cxn ang="0">
                  <a:pos x="322" y="0"/>
                </a:cxn>
                <a:cxn ang="0">
                  <a:pos x="316" y="4"/>
                </a:cxn>
                <a:cxn ang="0">
                  <a:pos x="300" y="16"/>
                </a:cxn>
                <a:cxn ang="0">
                  <a:pos x="280" y="34"/>
                </a:cxn>
                <a:cxn ang="0">
                  <a:pos x="272" y="46"/>
                </a:cxn>
                <a:cxn ang="0">
                  <a:pos x="262" y="56"/>
                </a:cxn>
                <a:cxn ang="0">
                  <a:pos x="262" y="56"/>
                </a:cxn>
                <a:cxn ang="0">
                  <a:pos x="248" y="78"/>
                </a:cxn>
                <a:cxn ang="0">
                  <a:pos x="234" y="98"/>
                </a:cxn>
                <a:cxn ang="0">
                  <a:pos x="218" y="114"/>
                </a:cxn>
                <a:cxn ang="0">
                  <a:pos x="200" y="128"/>
                </a:cxn>
                <a:cxn ang="0">
                  <a:pos x="200" y="128"/>
                </a:cxn>
                <a:cxn ang="0">
                  <a:pos x="178" y="142"/>
                </a:cxn>
                <a:cxn ang="0">
                  <a:pos x="152" y="158"/>
                </a:cxn>
                <a:cxn ang="0">
                  <a:pos x="140" y="166"/>
                </a:cxn>
                <a:cxn ang="0">
                  <a:pos x="128" y="176"/>
                </a:cxn>
                <a:cxn ang="0">
                  <a:pos x="116" y="188"/>
                </a:cxn>
                <a:cxn ang="0">
                  <a:pos x="108" y="202"/>
                </a:cxn>
                <a:cxn ang="0">
                  <a:pos x="108" y="202"/>
                </a:cxn>
                <a:cxn ang="0">
                  <a:pos x="78" y="250"/>
                </a:cxn>
                <a:cxn ang="0">
                  <a:pos x="64" y="270"/>
                </a:cxn>
                <a:cxn ang="0">
                  <a:pos x="44" y="290"/>
                </a:cxn>
                <a:cxn ang="0">
                  <a:pos x="44" y="290"/>
                </a:cxn>
                <a:cxn ang="0">
                  <a:pos x="24" y="310"/>
                </a:cxn>
                <a:cxn ang="0">
                  <a:pos x="10" y="326"/>
                </a:cxn>
                <a:cxn ang="0">
                  <a:pos x="0" y="344"/>
                </a:cxn>
                <a:cxn ang="0">
                  <a:pos x="0" y="344"/>
                </a:cxn>
                <a:cxn ang="0">
                  <a:pos x="0" y="344"/>
                </a:cxn>
                <a:cxn ang="0">
                  <a:pos x="18" y="334"/>
                </a:cxn>
                <a:cxn ang="0">
                  <a:pos x="34" y="320"/>
                </a:cxn>
                <a:cxn ang="0">
                  <a:pos x="54" y="300"/>
                </a:cxn>
                <a:cxn ang="0">
                  <a:pos x="54" y="300"/>
                </a:cxn>
                <a:cxn ang="0">
                  <a:pos x="74" y="280"/>
                </a:cxn>
                <a:cxn ang="0">
                  <a:pos x="94" y="266"/>
                </a:cxn>
                <a:cxn ang="0">
                  <a:pos x="142" y="236"/>
                </a:cxn>
                <a:cxn ang="0">
                  <a:pos x="142" y="236"/>
                </a:cxn>
                <a:cxn ang="0">
                  <a:pos x="156" y="228"/>
                </a:cxn>
                <a:cxn ang="0">
                  <a:pos x="168" y="216"/>
                </a:cxn>
                <a:cxn ang="0">
                  <a:pos x="178" y="204"/>
                </a:cxn>
                <a:cxn ang="0">
                  <a:pos x="186" y="192"/>
                </a:cxn>
                <a:cxn ang="0">
                  <a:pos x="202" y="166"/>
                </a:cxn>
                <a:cxn ang="0">
                  <a:pos x="216" y="144"/>
                </a:cxn>
                <a:cxn ang="0">
                  <a:pos x="216" y="144"/>
                </a:cxn>
                <a:cxn ang="0">
                  <a:pos x="230" y="126"/>
                </a:cxn>
                <a:cxn ang="0">
                  <a:pos x="246" y="110"/>
                </a:cxn>
                <a:cxn ang="0">
                  <a:pos x="266" y="96"/>
                </a:cxn>
                <a:cxn ang="0">
                  <a:pos x="288" y="82"/>
                </a:cxn>
                <a:cxn ang="0">
                  <a:pos x="288" y="82"/>
                </a:cxn>
                <a:cxn ang="0">
                  <a:pos x="298" y="72"/>
                </a:cxn>
                <a:cxn ang="0">
                  <a:pos x="310" y="64"/>
                </a:cxn>
                <a:cxn ang="0">
                  <a:pos x="328" y="44"/>
                </a:cxn>
                <a:cxn ang="0">
                  <a:pos x="340" y="28"/>
                </a:cxn>
                <a:cxn ang="0">
                  <a:pos x="344" y="22"/>
                </a:cxn>
                <a:cxn ang="0">
                  <a:pos x="322" y="0"/>
                </a:cxn>
              </a:cxnLst>
              <a:rect l="0" t="0" r="r" b="b"/>
              <a:pathLst>
                <a:path w="344" h="344">
                  <a:moveTo>
                    <a:pt x="322" y="0"/>
                  </a:moveTo>
                  <a:lnTo>
                    <a:pt x="322" y="0"/>
                  </a:lnTo>
                  <a:lnTo>
                    <a:pt x="316" y="4"/>
                  </a:lnTo>
                  <a:lnTo>
                    <a:pt x="300" y="16"/>
                  </a:lnTo>
                  <a:lnTo>
                    <a:pt x="280" y="34"/>
                  </a:lnTo>
                  <a:lnTo>
                    <a:pt x="272" y="46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48" y="78"/>
                  </a:lnTo>
                  <a:lnTo>
                    <a:pt x="234" y="98"/>
                  </a:lnTo>
                  <a:lnTo>
                    <a:pt x="218" y="114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178" y="142"/>
                  </a:lnTo>
                  <a:lnTo>
                    <a:pt x="152" y="158"/>
                  </a:lnTo>
                  <a:lnTo>
                    <a:pt x="140" y="166"/>
                  </a:lnTo>
                  <a:lnTo>
                    <a:pt x="128" y="176"/>
                  </a:lnTo>
                  <a:lnTo>
                    <a:pt x="116" y="188"/>
                  </a:lnTo>
                  <a:lnTo>
                    <a:pt x="108" y="202"/>
                  </a:lnTo>
                  <a:lnTo>
                    <a:pt x="108" y="202"/>
                  </a:lnTo>
                  <a:lnTo>
                    <a:pt x="78" y="250"/>
                  </a:lnTo>
                  <a:lnTo>
                    <a:pt x="64" y="270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24" y="310"/>
                  </a:lnTo>
                  <a:lnTo>
                    <a:pt x="10" y="326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18" y="334"/>
                  </a:lnTo>
                  <a:lnTo>
                    <a:pt x="34" y="320"/>
                  </a:lnTo>
                  <a:lnTo>
                    <a:pt x="54" y="300"/>
                  </a:lnTo>
                  <a:lnTo>
                    <a:pt x="54" y="300"/>
                  </a:lnTo>
                  <a:lnTo>
                    <a:pt x="74" y="280"/>
                  </a:lnTo>
                  <a:lnTo>
                    <a:pt x="94" y="266"/>
                  </a:lnTo>
                  <a:lnTo>
                    <a:pt x="142" y="236"/>
                  </a:lnTo>
                  <a:lnTo>
                    <a:pt x="142" y="236"/>
                  </a:lnTo>
                  <a:lnTo>
                    <a:pt x="156" y="228"/>
                  </a:lnTo>
                  <a:lnTo>
                    <a:pt x="168" y="216"/>
                  </a:lnTo>
                  <a:lnTo>
                    <a:pt x="178" y="204"/>
                  </a:lnTo>
                  <a:lnTo>
                    <a:pt x="186" y="192"/>
                  </a:lnTo>
                  <a:lnTo>
                    <a:pt x="202" y="166"/>
                  </a:lnTo>
                  <a:lnTo>
                    <a:pt x="216" y="144"/>
                  </a:lnTo>
                  <a:lnTo>
                    <a:pt x="216" y="144"/>
                  </a:lnTo>
                  <a:lnTo>
                    <a:pt x="230" y="126"/>
                  </a:lnTo>
                  <a:lnTo>
                    <a:pt x="246" y="110"/>
                  </a:lnTo>
                  <a:lnTo>
                    <a:pt x="266" y="96"/>
                  </a:lnTo>
                  <a:lnTo>
                    <a:pt x="288" y="82"/>
                  </a:lnTo>
                  <a:lnTo>
                    <a:pt x="288" y="82"/>
                  </a:lnTo>
                  <a:lnTo>
                    <a:pt x="298" y="72"/>
                  </a:lnTo>
                  <a:lnTo>
                    <a:pt x="310" y="64"/>
                  </a:lnTo>
                  <a:lnTo>
                    <a:pt x="328" y="44"/>
                  </a:lnTo>
                  <a:lnTo>
                    <a:pt x="340" y="28"/>
                  </a:lnTo>
                  <a:lnTo>
                    <a:pt x="344" y="2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Freeform 140"/>
            <p:cNvSpPr/>
            <p:nvPr/>
          </p:nvSpPr>
          <p:spPr bwMode="auto">
            <a:xfrm>
              <a:off x="4156075" y="3724275"/>
              <a:ext cx="120650" cy="120650"/>
            </a:xfrm>
            <a:custGeom>
              <a:avLst/>
              <a:gdLst/>
              <a:ahLst/>
              <a:cxnLst>
                <a:cxn ang="0">
                  <a:pos x="46" y="46"/>
                </a:cxn>
                <a:cxn ang="0">
                  <a:pos x="46" y="46"/>
                </a:cxn>
                <a:cxn ang="0">
                  <a:pos x="56" y="34"/>
                </a:cxn>
                <a:cxn ang="0">
                  <a:pos x="66" y="22"/>
                </a:cxn>
                <a:cxn ang="0">
                  <a:pos x="72" y="1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66" y="4"/>
                </a:cxn>
                <a:cxn ang="0">
                  <a:pos x="54" y="10"/>
                </a:cxn>
                <a:cxn ang="0">
                  <a:pos x="42" y="20"/>
                </a:cxn>
                <a:cxn ang="0">
                  <a:pos x="30" y="30"/>
                </a:cxn>
                <a:cxn ang="0">
                  <a:pos x="30" y="30"/>
                </a:cxn>
                <a:cxn ang="0">
                  <a:pos x="18" y="42"/>
                </a:cxn>
                <a:cxn ang="0">
                  <a:pos x="10" y="54"/>
                </a:cxn>
                <a:cxn ang="0">
                  <a:pos x="4" y="66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0" y="72"/>
                </a:cxn>
                <a:cxn ang="0">
                  <a:pos x="22" y="66"/>
                </a:cxn>
                <a:cxn ang="0">
                  <a:pos x="34" y="58"/>
                </a:cxn>
                <a:cxn ang="0">
                  <a:pos x="46" y="46"/>
                </a:cxn>
                <a:cxn ang="0">
                  <a:pos x="46" y="46"/>
                </a:cxn>
              </a:cxnLst>
              <a:rect l="0" t="0" r="r" b="b"/>
              <a:pathLst>
                <a:path w="76" h="76">
                  <a:moveTo>
                    <a:pt x="46" y="46"/>
                  </a:moveTo>
                  <a:lnTo>
                    <a:pt x="46" y="46"/>
                  </a:lnTo>
                  <a:lnTo>
                    <a:pt x="56" y="34"/>
                  </a:lnTo>
                  <a:lnTo>
                    <a:pt x="66" y="22"/>
                  </a:lnTo>
                  <a:lnTo>
                    <a:pt x="72" y="1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6" y="4"/>
                  </a:lnTo>
                  <a:lnTo>
                    <a:pt x="54" y="10"/>
                  </a:lnTo>
                  <a:lnTo>
                    <a:pt x="42" y="2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18" y="42"/>
                  </a:lnTo>
                  <a:lnTo>
                    <a:pt x="10" y="54"/>
                  </a:lnTo>
                  <a:lnTo>
                    <a:pt x="4" y="66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0" y="72"/>
                  </a:lnTo>
                  <a:lnTo>
                    <a:pt x="22" y="66"/>
                  </a:lnTo>
                  <a:lnTo>
                    <a:pt x="34" y="58"/>
                  </a:lnTo>
                  <a:lnTo>
                    <a:pt x="46" y="46"/>
                  </a:lnTo>
                  <a:lnTo>
                    <a:pt x="46" y="4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Freeform 141"/>
            <p:cNvSpPr/>
            <p:nvPr/>
          </p:nvSpPr>
          <p:spPr bwMode="auto">
            <a:xfrm>
              <a:off x="3692525" y="3368675"/>
              <a:ext cx="815975" cy="120650"/>
            </a:xfrm>
            <a:custGeom>
              <a:avLst/>
              <a:gdLst/>
              <a:ahLst/>
              <a:cxnLst>
                <a:cxn ang="0">
                  <a:pos x="26" y="48"/>
                </a:cxn>
                <a:cxn ang="0">
                  <a:pos x="48" y="52"/>
                </a:cxn>
                <a:cxn ang="0">
                  <a:pos x="102" y="56"/>
                </a:cxn>
                <a:cxn ang="0">
                  <a:pos x="102" y="56"/>
                </a:cxn>
                <a:cxn ang="0">
                  <a:pos x="138" y="56"/>
                </a:cxn>
                <a:cxn ang="0">
                  <a:pos x="204" y="72"/>
                </a:cxn>
                <a:cxn ang="0">
                  <a:pos x="218" y="74"/>
                </a:cxn>
                <a:cxn ang="0">
                  <a:pos x="258" y="74"/>
                </a:cxn>
                <a:cxn ang="0">
                  <a:pos x="304" y="64"/>
                </a:cxn>
                <a:cxn ang="0">
                  <a:pos x="328" y="58"/>
                </a:cxn>
                <a:cxn ang="0">
                  <a:pos x="368" y="56"/>
                </a:cxn>
                <a:cxn ang="0">
                  <a:pos x="416" y="66"/>
                </a:cxn>
                <a:cxn ang="0">
                  <a:pos x="432" y="68"/>
                </a:cxn>
                <a:cxn ang="0">
                  <a:pos x="472" y="68"/>
                </a:cxn>
                <a:cxn ang="0">
                  <a:pos x="504" y="64"/>
                </a:cxn>
                <a:cxn ang="0">
                  <a:pos x="514" y="54"/>
                </a:cxn>
                <a:cxn ang="0">
                  <a:pos x="504" y="12"/>
                </a:cxn>
                <a:cxn ang="0">
                  <a:pos x="496" y="12"/>
                </a:cxn>
                <a:cxn ang="0">
                  <a:pos x="446" y="8"/>
                </a:cxn>
                <a:cxn ang="0">
                  <a:pos x="416" y="10"/>
                </a:cxn>
                <a:cxn ang="0">
                  <a:pos x="392" y="16"/>
                </a:cxn>
                <a:cxn ang="0">
                  <a:pos x="348" y="20"/>
                </a:cxn>
                <a:cxn ang="0">
                  <a:pos x="304" y="12"/>
                </a:cxn>
                <a:cxn ang="0">
                  <a:pos x="282" y="6"/>
                </a:cxn>
                <a:cxn ang="0">
                  <a:pos x="232" y="0"/>
                </a:cxn>
                <a:cxn ang="0">
                  <a:pos x="204" y="4"/>
                </a:cxn>
                <a:cxn ang="0">
                  <a:pos x="172" y="12"/>
                </a:cxn>
                <a:cxn ang="0">
                  <a:pos x="120" y="22"/>
                </a:cxn>
                <a:cxn ang="0">
                  <a:pos x="102" y="20"/>
                </a:cxn>
                <a:cxn ang="0">
                  <a:pos x="48" y="24"/>
                </a:cxn>
                <a:cxn ang="0">
                  <a:pos x="26" y="28"/>
                </a:cxn>
                <a:cxn ang="0">
                  <a:pos x="26" y="48"/>
                </a:cxn>
              </a:cxnLst>
              <a:rect l="0" t="0" r="r" b="b"/>
              <a:pathLst>
                <a:path w="514" h="76">
                  <a:moveTo>
                    <a:pt x="26" y="48"/>
                  </a:moveTo>
                  <a:lnTo>
                    <a:pt x="26" y="48"/>
                  </a:lnTo>
                  <a:lnTo>
                    <a:pt x="34" y="50"/>
                  </a:lnTo>
                  <a:lnTo>
                    <a:pt x="48" y="52"/>
                  </a:lnTo>
                  <a:lnTo>
                    <a:pt x="72" y="56"/>
                  </a:lnTo>
                  <a:lnTo>
                    <a:pt x="102" y="56"/>
                  </a:lnTo>
                  <a:lnTo>
                    <a:pt x="102" y="56"/>
                  </a:lnTo>
                  <a:lnTo>
                    <a:pt x="102" y="56"/>
                  </a:lnTo>
                  <a:lnTo>
                    <a:pt x="120" y="54"/>
                  </a:lnTo>
                  <a:lnTo>
                    <a:pt x="138" y="56"/>
                  </a:lnTo>
                  <a:lnTo>
                    <a:pt x="172" y="64"/>
                  </a:lnTo>
                  <a:lnTo>
                    <a:pt x="204" y="72"/>
                  </a:lnTo>
                  <a:lnTo>
                    <a:pt x="204" y="72"/>
                  </a:lnTo>
                  <a:lnTo>
                    <a:pt x="218" y="74"/>
                  </a:lnTo>
                  <a:lnTo>
                    <a:pt x="232" y="76"/>
                  </a:lnTo>
                  <a:lnTo>
                    <a:pt x="258" y="74"/>
                  </a:lnTo>
                  <a:lnTo>
                    <a:pt x="282" y="70"/>
                  </a:lnTo>
                  <a:lnTo>
                    <a:pt x="304" y="64"/>
                  </a:lnTo>
                  <a:lnTo>
                    <a:pt x="328" y="58"/>
                  </a:lnTo>
                  <a:lnTo>
                    <a:pt x="328" y="58"/>
                  </a:lnTo>
                  <a:lnTo>
                    <a:pt x="348" y="56"/>
                  </a:lnTo>
                  <a:lnTo>
                    <a:pt x="368" y="56"/>
                  </a:lnTo>
                  <a:lnTo>
                    <a:pt x="392" y="60"/>
                  </a:lnTo>
                  <a:lnTo>
                    <a:pt x="416" y="66"/>
                  </a:lnTo>
                  <a:lnTo>
                    <a:pt x="416" y="66"/>
                  </a:lnTo>
                  <a:lnTo>
                    <a:pt x="432" y="68"/>
                  </a:lnTo>
                  <a:lnTo>
                    <a:pt x="446" y="68"/>
                  </a:lnTo>
                  <a:lnTo>
                    <a:pt x="472" y="68"/>
                  </a:lnTo>
                  <a:lnTo>
                    <a:pt x="494" y="66"/>
                  </a:lnTo>
                  <a:lnTo>
                    <a:pt x="504" y="64"/>
                  </a:lnTo>
                  <a:lnTo>
                    <a:pt x="514" y="62"/>
                  </a:lnTo>
                  <a:lnTo>
                    <a:pt x="514" y="54"/>
                  </a:lnTo>
                  <a:lnTo>
                    <a:pt x="514" y="14"/>
                  </a:lnTo>
                  <a:lnTo>
                    <a:pt x="504" y="12"/>
                  </a:lnTo>
                  <a:lnTo>
                    <a:pt x="504" y="12"/>
                  </a:lnTo>
                  <a:lnTo>
                    <a:pt x="496" y="12"/>
                  </a:lnTo>
                  <a:lnTo>
                    <a:pt x="474" y="8"/>
                  </a:lnTo>
                  <a:lnTo>
                    <a:pt x="446" y="8"/>
                  </a:lnTo>
                  <a:lnTo>
                    <a:pt x="432" y="8"/>
                  </a:lnTo>
                  <a:lnTo>
                    <a:pt x="416" y="10"/>
                  </a:lnTo>
                  <a:lnTo>
                    <a:pt x="416" y="10"/>
                  </a:lnTo>
                  <a:lnTo>
                    <a:pt x="392" y="16"/>
                  </a:lnTo>
                  <a:lnTo>
                    <a:pt x="368" y="20"/>
                  </a:lnTo>
                  <a:lnTo>
                    <a:pt x="348" y="20"/>
                  </a:lnTo>
                  <a:lnTo>
                    <a:pt x="328" y="18"/>
                  </a:lnTo>
                  <a:lnTo>
                    <a:pt x="304" y="12"/>
                  </a:lnTo>
                  <a:lnTo>
                    <a:pt x="304" y="12"/>
                  </a:lnTo>
                  <a:lnTo>
                    <a:pt x="282" y="6"/>
                  </a:lnTo>
                  <a:lnTo>
                    <a:pt x="258" y="2"/>
                  </a:lnTo>
                  <a:lnTo>
                    <a:pt x="232" y="0"/>
                  </a:lnTo>
                  <a:lnTo>
                    <a:pt x="218" y="2"/>
                  </a:lnTo>
                  <a:lnTo>
                    <a:pt x="204" y="4"/>
                  </a:lnTo>
                  <a:lnTo>
                    <a:pt x="172" y="12"/>
                  </a:lnTo>
                  <a:lnTo>
                    <a:pt x="172" y="12"/>
                  </a:lnTo>
                  <a:lnTo>
                    <a:pt x="138" y="20"/>
                  </a:lnTo>
                  <a:lnTo>
                    <a:pt x="120" y="22"/>
                  </a:lnTo>
                  <a:lnTo>
                    <a:pt x="102" y="20"/>
                  </a:lnTo>
                  <a:lnTo>
                    <a:pt x="102" y="20"/>
                  </a:lnTo>
                  <a:lnTo>
                    <a:pt x="72" y="20"/>
                  </a:lnTo>
                  <a:lnTo>
                    <a:pt x="48" y="24"/>
                  </a:lnTo>
                  <a:lnTo>
                    <a:pt x="34" y="26"/>
                  </a:lnTo>
                  <a:lnTo>
                    <a:pt x="26" y="28"/>
                  </a:lnTo>
                  <a:lnTo>
                    <a:pt x="0" y="38"/>
                  </a:lnTo>
                  <a:lnTo>
                    <a:pt x="26" y="4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Freeform 142"/>
            <p:cNvSpPr/>
            <p:nvPr/>
          </p:nvSpPr>
          <p:spPr bwMode="auto">
            <a:xfrm>
              <a:off x="3743325" y="3384550"/>
              <a:ext cx="746125" cy="88900"/>
            </a:xfrm>
            <a:custGeom>
              <a:avLst/>
              <a:gdLst/>
              <a:ahLst/>
              <a:cxnLst>
                <a:cxn ang="0">
                  <a:pos x="470" y="12"/>
                </a:cxn>
                <a:cxn ang="0">
                  <a:pos x="470" y="12"/>
                </a:cxn>
                <a:cxn ang="0">
                  <a:pos x="462" y="12"/>
                </a:cxn>
                <a:cxn ang="0">
                  <a:pos x="442" y="8"/>
                </a:cxn>
                <a:cxn ang="0">
                  <a:pos x="416" y="8"/>
                </a:cxn>
                <a:cxn ang="0">
                  <a:pos x="402" y="8"/>
                </a:cxn>
                <a:cxn ang="0">
                  <a:pos x="388" y="10"/>
                </a:cxn>
                <a:cxn ang="0">
                  <a:pos x="388" y="10"/>
                </a:cxn>
                <a:cxn ang="0">
                  <a:pos x="362" y="16"/>
                </a:cxn>
                <a:cxn ang="0">
                  <a:pos x="338" y="20"/>
                </a:cxn>
                <a:cxn ang="0">
                  <a:pos x="316" y="20"/>
                </a:cxn>
                <a:cxn ang="0">
                  <a:pos x="292" y="18"/>
                </a:cxn>
                <a:cxn ang="0">
                  <a:pos x="292" y="18"/>
                </a:cxn>
                <a:cxn ang="0">
                  <a:pos x="268" y="10"/>
                </a:cxn>
                <a:cxn ang="0">
                  <a:pos x="238" y="4"/>
                </a:cxn>
                <a:cxn ang="0">
                  <a:pos x="224" y="2"/>
                </a:cxn>
                <a:cxn ang="0">
                  <a:pos x="208" y="0"/>
                </a:cxn>
                <a:cxn ang="0">
                  <a:pos x="192" y="0"/>
                </a:cxn>
                <a:cxn ang="0">
                  <a:pos x="174" y="4"/>
                </a:cxn>
                <a:cxn ang="0">
                  <a:pos x="174" y="4"/>
                </a:cxn>
                <a:cxn ang="0">
                  <a:pos x="120" y="18"/>
                </a:cxn>
                <a:cxn ang="0">
                  <a:pos x="96" y="2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40" y="20"/>
                </a:cxn>
                <a:cxn ang="0">
                  <a:pos x="18" y="24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18" y="32"/>
                </a:cxn>
                <a:cxn ang="0">
                  <a:pos x="40" y="36"/>
                </a:cxn>
                <a:cxn ang="0">
                  <a:pos x="68" y="36"/>
                </a:cxn>
                <a:cxn ang="0">
                  <a:pos x="68" y="36"/>
                </a:cxn>
                <a:cxn ang="0">
                  <a:pos x="96" y="36"/>
                </a:cxn>
                <a:cxn ang="0">
                  <a:pos x="120" y="38"/>
                </a:cxn>
                <a:cxn ang="0">
                  <a:pos x="174" y="52"/>
                </a:cxn>
                <a:cxn ang="0">
                  <a:pos x="174" y="52"/>
                </a:cxn>
                <a:cxn ang="0">
                  <a:pos x="192" y="56"/>
                </a:cxn>
                <a:cxn ang="0">
                  <a:pos x="208" y="56"/>
                </a:cxn>
                <a:cxn ang="0">
                  <a:pos x="224" y="54"/>
                </a:cxn>
                <a:cxn ang="0">
                  <a:pos x="238" y="52"/>
                </a:cxn>
                <a:cxn ang="0">
                  <a:pos x="268" y="46"/>
                </a:cxn>
                <a:cxn ang="0">
                  <a:pos x="292" y="38"/>
                </a:cxn>
                <a:cxn ang="0">
                  <a:pos x="292" y="38"/>
                </a:cxn>
                <a:cxn ang="0">
                  <a:pos x="316" y="36"/>
                </a:cxn>
                <a:cxn ang="0">
                  <a:pos x="338" y="36"/>
                </a:cxn>
                <a:cxn ang="0">
                  <a:pos x="362" y="40"/>
                </a:cxn>
                <a:cxn ang="0">
                  <a:pos x="388" y="46"/>
                </a:cxn>
                <a:cxn ang="0">
                  <a:pos x="388" y="46"/>
                </a:cxn>
                <a:cxn ang="0">
                  <a:pos x="402" y="48"/>
                </a:cxn>
                <a:cxn ang="0">
                  <a:pos x="416" y="48"/>
                </a:cxn>
                <a:cxn ang="0">
                  <a:pos x="442" y="48"/>
                </a:cxn>
                <a:cxn ang="0">
                  <a:pos x="462" y="44"/>
                </a:cxn>
                <a:cxn ang="0">
                  <a:pos x="470" y="44"/>
                </a:cxn>
                <a:cxn ang="0">
                  <a:pos x="470" y="12"/>
                </a:cxn>
              </a:cxnLst>
              <a:rect l="0" t="0" r="r" b="b"/>
              <a:pathLst>
                <a:path w="470" h="56">
                  <a:moveTo>
                    <a:pt x="470" y="12"/>
                  </a:moveTo>
                  <a:lnTo>
                    <a:pt x="470" y="12"/>
                  </a:lnTo>
                  <a:lnTo>
                    <a:pt x="462" y="12"/>
                  </a:lnTo>
                  <a:lnTo>
                    <a:pt x="442" y="8"/>
                  </a:lnTo>
                  <a:lnTo>
                    <a:pt x="416" y="8"/>
                  </a:lnTo>
                  <a:lnTo>
                    <a:pt x="402" y="8"/>
                  </a:lnTo>
                  <a:lnTo>
                    <a:pt x="388" y="10"/>
                  </a:lnTo>
                  <a:lnTo>
                    <a:pt x="388" y="10"/>
                  </a:lnTo>
                  <a:lnTo>
                    <a:pt x="362" y="16"/>
                  </a:lnTo>
                  <a:lnTo>
                    <a:pt x="338" y="20"/>
                  </a:lnTo>
                  <a:lnTo>
                    <a:pt x="316" y="20"/>
                  </a:lnTo>
                  <a:lnTo>
                    <a:pt x="292" y="18"/>
                  </a:lnTo>
                  <a:lnTo>
                    <a:pt x="292" y="18"/>
                  </a:lnTo>
                  <a:lnTo>
                    <a:pt x="268" y="10"/>
                  </a:lnTo>
                  <a:lnTo>
                    <a:pt x="238" y="4"/>
                  </a:lnTo>
                  <a:lnTo>
                    <a:pt x="224" y="2"/>
                  </a:lnTo>
                  <a:lnTo>
                    <a:pt x="208" y="0"/>
                  </a:lnTo>
                  <a:lnTo>
                    <a:pt x="192" y="0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20" y="18"/>
                  </a:lnTo>
                  <a:lnTo>
                    <a:pt x="96" y="20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40" y="20"/>
                  </a:lnTo>
                  <a:lnTo>
                    <a:pt x="18" y="2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8" y="32"/>
                  </a:lnTo>
                  <a:lnTo>
                    <a:pt x="40" y="36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96" y="36"/>
                  </a:lnTo>
                  <a:lnTo>
                    <a:pt x="120" y="38"/>
                  </a:lnTo>
                  <a:lnTo>
                    <a:pt x="174" y="52"/>
                  </a:lnTo>
                  <a:lnTo>
                    <a:pt x="174" y="52"/>
                  </a:lnTo>
                  <a:lnTo>
                    <a:pt x="192" y="56"/>
                  </a:lnTo>
                  <a:lnTo>
                    <a:pt x="208" y="56"/>
                  </a:lnTo>
                  <a:lnTo>
                    <a:pt x="224" y="54"/>
                  </a:lnTo>
                  <a:lnTo>
                    <a:pt x="238" y="52"/>
                  </a:lnTo>
                  <a:lnTo>
                    <a:pt x="268" y="46"/>
                  </a:lnTo>
                  <a:lnTo>
                    <a:pt x="292" y="38"/>
                  </a:lnTo>
                  <a:lnTo>
                    <a:pt x="292" y="38"/>
                  </a:lnTo>
                  <a:lnTo>
                    <a:pt x="316" y="36"/>
                  </a:lnTo>
                  <a:lnTo>
                    <a:pt x="338" y="36"/>
                  </a:lnTo>
                  <a:lnTo>
                    <a:pt x="362" y="40"/>
                  </a:lnTo>
                  <a:lnTo>
                    <a:pt x="388" y="46"/>
                  </a:lnTo>
                  <a:lnTo>
                    <a:pt x="388" y="46"/>
                  </a:lnTo>
                  <a:lnTo>
                    <a:pt x="402" y="48"/>
                  </a:lnTo>
                  <a:lnTo>
                    <a:pt x="416" y="48"/>
                  </a:lnTo>
                  <a:lnTo>
                    <a:pt x="442" y="48"/>
                  </a:lnTo>
                  <a:lnTo>
                    <a:pt x="462" y="44"/>
                  </a:lnTo>
                  <a:lnTo>
                    <a:pt x="470" y="44"/>
                  </a:lnTo>
                  <a:lnTo>
                    <a:pt x="470" y="1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Freeform 143"/>
            <p:cNvSpPr/>
            <p:nvPr/>
          </p:nvSpPr>
          <p:spPr bwMode="auto">
            <a:xfrm>
              <a:off x="3984625" y="3413125"/>
              <a:ext cx="168275" cy="31750"/>
            </a:xfrm>
            <a:custGeom>
              <a:avLst/>
              <a:gdLst/>
              <a:ahLst/>
              <a:cxnLst>
                <a:cxn ang="0">
                  <a:pos x="52" y="20"/>
                </a:cxn>
                <a:cxn ang="0">
                  <a:pos x="52" y="20"/>
                </a:cxn>
                <a:cxn ang="0">
                  <a:pos x="70" y="20"/>
                </a:cxn>
                <a:cxn ang="0">
                  <a:pos x="84" y="18"/>
                </a:cxn>
                <a:cxn ang="0">
                  <a:pos x="96" y="14"/>
                </a:cxn>
                <a:cxn ang="0">
                  <a:pos x="106" y="10"/>
                </a:cxn>
                <a:cxn ang="0">
                  <a:pos x="106" y="10"/>
                </a:cxn>
                <a:cxn ang="0">
                  <a:pos x="96" y="6"/>
                </a:cxn>
                <a:cxn ang="0">
                  <a:pos x="84" y="2"/>
                </a:cxn>
                <a:cxn ang="0">
                  <a:pos x="70" y="0"/>
                </a:cxn>
                <a:cxn ang="0">
                  <a:pos x="52" y="0"/>
                </a:cxn>
                <a:cxn ang="0">
                  <a:pos x="52" y="0"/>
                </a:cxn>
                <a:cxn ang="0">
                  <a:pos x="36" y="0"/>
                </a:cxn>
                <a:cxn ang="0">
                  <a:pos x="22" y="2"/>
                </a:cxn>
                <a:cxn ang="0">
                  <a:pos x="8" y="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8" y="14"/>
                </a:cxn>
                <a:cxn ang="0">
                  <a:pos x="22" y="18"/>
                </a:cxn>
                <a:cxn ang="0">
                  <a:pos x="36" y="20"/>
                </a:cxn>
                <a:cxn ang="0">
                  <a:pos x="52" y="20"/>
                </a:cxn>
                <a:cxn ang="0">
                  <a:pos x="52" y="20"/>
                </a:cxn>
              </a:cxnLst>
              <a:rect l="0" t="0" r="r" b="b"/>
              <a:pathLst>
                <a:path w="106" h="20">
                  <a:moveTo>
                    <a:pt x="52" y="20"/>
                  </a:moveTo>
                  <a:lnTo>
                    <a:pt x="52" y="20"/>
                  </a:lnTo>
                  <a:lnTo>
                    <a:pt x="70" y="20"/>
                  </a:lnTo>
                  <a:lnTo>
                    <a:pt x="84" y="18"/>
                  </a:lnTo>
                  <a:lnTo>
                    <a:pt x="96" y="14"/>
                  </a:lnTo>
                  <a:lnTo>
                    <a:pt x="106" y="10"/>
                  </a:lnTo>
                  <a:lnTo>
                    <a:pt x="106" y="10"/>
                  </a:lnTo>
                  <a:lnTo>
                    <a:pt x="96" y="6"/>
                  </a:lnTo>
                  <a:lnTo>
                    <a:pt x="84" y="2"/>
                  </a:lnTo>
                  <a:lnTo>
                    <a:pt x="70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22" y="2"/>
                  </a:lnTo>
                  <a:lnTo>
                    <a:pt x="8" y="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14"/>
                  </a:lnTo>
                  <a:lnTo>
                    <a:pt x="22" y="18"/>
                  </a:lnTo>
                  <a:lnTo>
                    <a:pt x="36" y="20"/>
                  </a:lnTo>
                  <a:lnTo>
                    <a:pt x="52" y="20"/>
                  </a:lnTo>
                  <a:lnTo>
                    <a:pt x="52" y="2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Freeform 144"/>
            <p:cNvSpPr/>
            <p:nvPr/>
          </p:nvSpPr>
          <p:spPr bwMode="auto">
            <a:xfrm>
              <a:off x="3949700" y="2806700"/>
              <a:ext cx="603250" cy="603250"/>
            </a:xfrm>
            <a:custGeom>
              <a:avLst/>
              <a:gdLst/>
              <a:ahLst/>
              <a:cxnLst>
                <a:cxn ang="0">
                  <a:pos x="12" y="26"/>
                </a:cxn>
                <a:cxn ang="0">
                  <a:pos x="24" y="46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84" y="110"/>
                </a:cxn>
                <a:cxn ang="0">
                  <a:pos x="120" y="168"/>
                </a:cxn>
                <a:cxn ang="0">
                  <a:pos x="128" y="180"/>
                </a:cxn>
                <a:cxn ang="0">
                  <a:pos x="156" y="208"/>
                </a:cxn>
                <a:cxn ang="0">
                  <a:pos x="196" y="234"/>
                </a:cxn>
                <a:cxn ang="0">
                  <a:pos x="216" y="246"/>
                </a:cxn>
                <a:cxn ang="0">
                  <a:pos x="248" y="274"/>
                </a:cxn>
                <a:cxn ang="0">
                  <a:pos x="276" y="314"/>
                </a:cxn>
                <a:cxn ang="0">
                  <a:pos x="284" y="326"/>
                </a:cxn>
                <a:cxn ang="0">
                  <a:pos x="314" y="356"/>
                </a:cxn>
                <a:cxn ang="0">
                  <a:pos x="338" y="374"/>
                </a:cxn>
                <a:cxn ang="0">
                  <a:pos x="352" y="374"/>
                </a:cxn>
                <a:cxn ang="0">
                  <a:pos x="374" y="340"/>
                </a:cxn>
                <a:cxn ang="0">
                  <a:pos x="370" y="332"/>
                </a:cxn>
                <a:cxn ang="0">
                  <a:pos x="338" y="294"/>
                </a:cxn>
                <a:cxn ang="0">
                  <a:pos x="314" y="276"/>
                </a:cxn>
                <a:cxn ang="0">
                  <a:pos x="292" y="262"/>
                </a:cxn>
                <a:cxn ang="0">
                  <a:pos x="260" y="234"/>
                </a:cxn>
                <a:cxn ang="0">
                  <a:pos x="234" y="196"/>
                </a:cxn>
                <a:cxn ang="0">
                  <a:pos x="222" y="176"/>
                </a:cxn>
                <a:cxn ang="0">
                  <a:pos x="190" y="136"/>
                </a:cxn>
                <a:cxn ang="0">
                  <a:pos x="168" y="120"/>
                </a:cxn>
                <a:cxn ang="0">
                  <a:pos x="140" y="104"/>
                </a:cxn>
                <a:cxn ang="0">
                  <a:pos x="98" y="74"/>
                </a:cxn>
                <a:cxn ang="0">
                  <a:pos x="84" y="60"/>
                </a:cxn>
                <a:cxn ang="0">
                  <a:pos x="46" y="24"/>
                </a:cxn>
                <a:cxn ang="0">
                  <a:pos x="26" y="12"/>
                </a:cxn>
                <a:cxn ang="0">
                  <a:pos x="12" y="26"/>
                </a:cxn>
              </a:cxnLst>
              <a:rect l="0" t="0" r="r" b="b"/>
              <a:pathLst>
                <a:path w="380" h="380">
                  <a:moveTo>
                    <a:pt x="12" y="26"/>
                  </a:moveTo>
                  <a:lnTo>
                    <a:pt x="12" y="26"/>
                  </a:lnTo>
                  <a:lnTo>
                    <a:pt x="16" y="32"/>
                  </a:lnTo>
                  <a:lnTo>
                    <a:pt x="24" y="46"/>
                  </a:lnTo>
                  <a:lnTo>
                    <a:pt x="38" y="64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74" y="98"/>
                  </a:lnTo>
                  <a:lnTo>
                    <a:pt x="84" y="110"/>
                  </a:lnTo>
                  <a:lnTo>
                    <a:pt x="104" y="140"/>
                  </a:lnTo>
                  <a:lnTo>
                    <a:pt x="120" y="168"/>
                  </a:lnTo>
                  <a:lnTo>
                    <a:pt x="120" y="168"/>
                  </a:lnTo>
                  <a:lnTo>
                    <a:pt x="128" y="180"/>
                  </a:lnTo>
                  <a:lnTo>
                    <a:pt x="138" y="190"/>
                  </a:lnTo>
                  <a:lnTo>
                    <a:pt x="156" y="208"/>
                  </a:lnTo>
                  <a:lnTo>
                    <a:pt x="176" y="222"/>
                  </a:lnTo>
                  <a:lnTo>
                    <a:pt x="196" y="234"/>
                  </a:lnTo>
                  <a:lnTo>
                    <a:pt x="216" y="246"/>
                  </a:lnTo>
                  <a:lnTo>
                    <a:pt x="216" y="246"/>
                  </a:lnTo>
                  <a:lnTo>
                    <a:pt x="234" y="260"/>
                  </a:lnTo>
                  <a:lnTo>
                    <a:pt x="248" y="274"/>
                  </a:lnTo>
                  <a:lnTo>
                    <a:pt x="262" y="292"/>
                  </a:lnTo>
                  <a:lnTo>
                    <a:pt x="276" y="314"/>
                  </a:lnTo>
                  <a:lnTo>
                    <a:pt x="276" y="314"/>
                  </a:lnTo>
                  <a:lnTo>
                    <a:pt x="284" y="326"/>
                  </a:lnTo>
                  <a:lnTo>
                    <a:pt x="294" y="336"/>
                  </a:lnTo>
                  <a:lnTo>
                    <a:pt x="314" y="356"/>
                  </a:lnTo>
                  <a:lnTo>
                    <a:pt x="330" y="368"/>
                  </a:lnTo>
                  <a:lnTo>
                    <a:pt x="338" y="374"/>
                  </a:lnTo>
                  <a:lnTo>
                    <a:pt x="346" y="380"/>
                  </a:lnTo>
                  <a:lnTo>
                    <a:pt x="352" y="374"/>
                  </a:lnTo>
                  <a:lnTo>
                    <a:pt x="380" y="346"/>
                  </a:lnTo>
                  <a:lnTo>
                    <a:pt x="374" y="340"/>
                  </a:lnTo>
                  <a:lnTo>
                    <a:pt x="374" y="340"/>
                  </a:lnTo>
                  <a:lnTo>
                    <a:pt x="370" y="332"/>
                  </a:lnTo>
                  <a:lnTo>
                    <a:pt x="356" y="314"/>
                  </a:lnTo>
                  <a:lnTo>
                    <a:pt x="338" y="294"/>
                  </a:lnTo>
                  <a:lnTo>
                    <a:pt x="326" y="284"/>
                  </a:lnTo>
                  <a:lnTo>
                    <a:pt x="314" y="276"/>
                  </a:lnTo>
                  <a:lnTo>
                    <a:pt x="314" y="276"/>
                  </a:lnTo>
                  <a:lnTo>
                    <a:pt x="292" y="262"/>
                  </a:lnTo>
                  <a:lnTo>
                    <a:pt x="274" y="248"/>
                  </a:lnTo>
                  <a:lnTo>
                    <a:pt x="260" y="234"/>
                  </a:lnTo>
                  <a:lnTo>
                    <a:pt x="246" y="216"/>
                  </a:lnTo>
                  <a:lnTo>
                    <a:pt x="234" y="196"/>
                  </a:lnTo>
                  <a:lnTo>
                    <a:pt x="234" y="196"/>
                  </a:lnTo>
                  <a:lnTo>
                    <a:pt x="222" y="176"/>
                  </a:lnTo>
                  <a:lnTo>
                    <a:pt x="208" y="156"/>
                  </a:lnTo>
                  <a:lnTo>
                    <a:pt x="190" y="136"/>
                  </a:lnTo>
                  <a:lnTo>
                    <a:pt x="180" y="128"/>
                  </a:lnTo>
                  <a:lnTo>
                    <a:pt x="168" y="120"/>
                  </a:lnTo>
                  <a:lnTo>
                    <a:pt x="140" y="104"/>
                  </a:lnTo>
                  <a:lnTo>
                    <a:pt x="140" y="104"/>
                  </a:lnTo>
                  <a:lnTo>
                    <a:pt x="110" y="84"/>
                  </a:lnTo>
                  <a:lnTo>
                    <a:pt x="98" y="74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64" y="38"/>
                  </a:lnTo>
                  <a:lnTo>
                    <a:pt x="46" y="24"/>
                  </a:lnTo>
                  <a:lnTo>
                    <a:pt x="32" y="16"/>
                  </a:lnTo>
                  <a:lnTo>
                    <a:pt x="26" y="12"/>
                  </a:lnTo>
                  <a:lnTo>
                    <a:pt x="0" y="0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Freeform 145"/>
            <p:cNvSpPr/>
            <p:nvPr/>
          </p:nvSpPr>
          <p:spPr bwMode="auto">
            <a:xfrm>
              <a:off x="3984625" y="2841625"/>
              <a:ext cx="546100" cy="546100"/>
            </a:xfrm>
            <a:custGeom>
              <a:avLst/>
              <a:gdLst/>
              <a:ahLst/>
              <a:cxnLst>
                <a:cxn ang="0">
                  <a:pos x="344" y="322"/>
                </a:cxn>
                <a:cxn ang="0">
                  <a:pos x="344" y="322"/>
                </a:cxn>
                <a:cxn ang="0">
                  <a:pos x="340" y="316"/>
                </a:cxn>
                <a:cxn ang="0">
                  <a:pos x="328" y="300"/>
                </a:cxn>
                <a:cxn ang="0">
                  <a:pos x="310" y="280"/>
                </a:cxn>
                <a:cxn ang="0">
                  <a:pos x="298" y="272"/>
                </a:cxn>
                <a:cxn ang="0">
                  <a:pos x="288" y="262"/>
                </a:cxn>
                <a:cxn ang="0">
                  <a:pos x="288" y="262"/>
                </a:cxn>
                <a:cxn ang="0">
                  <a:pos x="266" y="248"/>
                </a:cxn>
                <a:cxn ang="0">
                  <a:pos x="246" y="234"/>
                </a:cxn>
                <a:cxn ang="0">
                  <a:pos x="230" y="218"/>
                </a:cxn>
                <a:cxn ang="0">
                  <a:pos x="216" y="200"/>
                </a:cxn>
                <a:cxn ang="0">
                  <a:pos x="216" y="200"/>
                </a:cxn>
                <a:cxn ang="0">
                  <a:pos x="202" y="178"/>
                </a:cxn>
                <a:cxn ang="0">
                  <a:pos x="186" y="152"/>
                </a:cxn>
                <a:cxn ang="0">
                  <a:pos x="178" y="140"/>
                </a:cxn>
                <a:cxn ang="0">
                  <a:pos x="168" y="128"/>
                </a:cxn>
                <a:cxn ang="0">
                  <a:pos x="156" y="116"/>
                </a:cxn>
                <a:cxn ang="0">
                  <a:pos x="142" y="108"/>
                </a:cxn>
                <a:cxn ang="0">
                  <a:pos x="142" y="108"/>
                </a:cxn>
                <a:cxn ang="0">
                  <a:pos x="94" y="78"/>
                </a:cxn>
                <a:cxn ang="0">
                  <a:pos x="74" y="64"/>
                </a:cxn>
                <a:cxn ang="0">
                  <a:pos x="54" y="44"/>
                </a:cxn>
                <a:cxn ang="0">
                  <a:pos x="54" y="44"/>
                </a:cxn>
                <a:cxn ang="0">
                  <a:pos x="34" y="24"/>
                </a:cxn>
                <a:cxn ang="0">
                  <a:pos x="18" y="1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" y="18"/>
                </a:cxn>
                <a:cxn ang="0">
                  <a:pos x="24" y="34"/>
                </a:cxn>
                <a:cxn ang="0">
                  <a:pos x="44" y="54"/>
                </a:cxn>
                <a:cxn ang="0">
                  <a:pos x="44" y="54"/>
                </a:cxn>
                <a:cxn ang="0">
                  <a:pos x="64" y="74"/>
                </a:cxn>
                <a:cxn ang="0">
                  <a:pos x="78" y="94"/>
                </a:cxn>
                <a:cxn ang="0">
                  <a:pos x="108" y="142"/>
                </a:cxn>
                <a:cxn ang="0">
                  <a:pos x="108" y="142"/>
                </a:cxn>
                <a:cxn ang="0">
                  <a:pos x="116" y="156"/>
                </a:cxn>
                <a:cxn ang="0">
                  <a:pos x="128" y="168"/>
                </a:cxn>
                <a:cxn ang="0">
                  <a:pos x="140" y="178"/>
                </a:cxn>
                <a:cxn ang="0">
                  <a:pos x="152" y="186"/>
                </a:cxn>
                <a:cxn ang="0">
                  <a:pos x="178" y="202"/>
                </a:cxn>
                <a:cxn ang="0">
                  <a:pos x="200" y="216"/>
                </a:cxn>
                <a:cxn ang="0">
                  <a:pos x="200" y="216"/>
                </a:cxn>
                <a:cxn ang="0">
                  <a:pos x="218" y="230"/>
                </a:cxn>
                <a:cxn ang="0">
                  <a:pos x="234" y="246"/>
                </a:cxn>
                <a:cxn ang="0">
                  <a:pos x="248" y="266"/>
                </a:cxn>
                <a:cxn ang="0">
                  <a:pos x="262" y="288"/>
                </a:cxn>
                <a:cxn ang="0">
                  <a:pos x="262" y="288"/>
                </a:cxn>
                <a:cxn ang="0">
                  <a:pos x="272" y="298"/>
                </a:cxn>
                <a:cxn ang="0">
                  <a:pos x="280" y="310"/>
                </a:cxn>
                <a:cxn ang="0">
                  <a:pos x="300" y="328"/>
                </a:cxn>
                <a:cxn ang="0">
                  <a:pos x="316" y="340"/>
                </a:cxn>
                <a:cxn ang="0">
                  <a:pos x="322" y="344"/>
                </a:cxn>
                <a:cxn ang="0">
                  <a:pos x="344" y="322"/>
                </a:cxn>
              </a:cxnLst>
              <a:rect l="0" t="0" r="r" b="b"/>
              <a:pathLst>
                <a:path w="344" h="344">
                  <a:moveTo>
                    <a:pt x="344" y="322"/>
                  </a:moveTo>
                  <a:lnTo>
                    <a:pt x="344" y="322"/>
                  </a:lnTo>
                  <a:lnTo>
                    <a:pt x="340" y="316"/>
                  </a:lnTo>
                  <a:lnTo>
                    <a:pt x="328" y="300"/>
                  </a:lnTo>
                  <a:lnTo>
                    <a:pt x="310" y="280"/>
                  </a:lnTo>
                  <a:lnTo>
                    <a:pt x="298" y="272"/>
                  </a:lnTo>
                  <a:lnTo>
                    <a:pt x="288" y="262"/>
                  </a:lnTo>
                  <a:lnTo>
                    <a:pt x="288" y="262"/>
                  </a:lnTo>
                  <a:lnTo>
                    <a:pt x="266" y="248"/>
                  </a:lnTo>
                  <a:lnTo>
                    <a:pt x="246" y="234"/>
                  </a:lnTo>
                  <a:lnTo>
                    <a:pt x="230" y="218"/>
                  </a:lnTo>
                  <a:lnTo>
                    <a:pt x="216" y="200"/>
                  </a:lnTo>
                  <a:lnTo>
                    <a:pt x="216" y="200"/>
                  </a:lnTo>
                  <a:lnTo>
                    <a:pt x="202" y="178"/>
                  </a:lnTo>
                  <a:lnTo>
                    <a:pt x="186" y="152"/>
                  </a:lnTo>
                  <a:lnTo>
                    <a:pt x="178" y="140"/>
                  </a:lnTo>
                  <a:lnTo>
                    <a:pt x="168" y="128"/>
                  </a:lnTo>
                  <a:lnTo>
                    <a:pt x="156" y="116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94" y="78"/>
                  </a:lnTo>
                  <a:lnTo>
                    <a:pt x="74" y="64"/>
                  </a:lnTo>
                  <a:lnTo>
                    <a:pt x="54" y="44"/>
                  </a:lnTo>
                  <a:lnTo>
                    <a:pt x="54" y="44"/>
                  </a:lnTo>
                  <a:lnTo>
                    <a:pt x="34" y="24"/>
                  </a:lnTo>
                  <a:lnTo>
                    <a:pt x="18" y="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18"/>
                  </a:lnTo>
                  <a:lnTo>
                    <a:pt x="24" y="34"/>
                  </a:lnTo>
                  <a:lnTo>
                    <a:pt x="44" y="54"/>
                  </a:lnTo>
                  <a:lnTo>
                    <a:pt x="44" y="54"/>
                  </a:lnTo>
                  <a:lnTo>
                    <a:pt x="64" y="74"/>
                  </a:lnTo>
                  <a:lnTo>
                    <a:pt x="78" y="94"/>
                  </a:lnTo>
                  <a:lnTo>
                    <a:pt x="108" y="142"/>
                  </a:lnTo>
                  <a:lnTo>
                    <a:pt x="108" y="142"/>
                  </a:lnTo>
                  <a:lnTo>
                    <a:pt x="116" y="156"/>
                  </a:lnTo>
                  <a:lnTo>
                    <a:pt x="128" y="168"/>
                  </a:lnTo>
                  <a:lnTo>
                    <a:pt x="140" y="178"/>
                  </a:lnTo>
                  <a:lnTo>
                    <a:pt x="152" y="186"/>
                  </a:lnTo>
                  <a:lnTo>
                    <a:pt x="178" y="202"/>
                  </a:lnTo>
                  <a:lnTo>
                    <a:pt x="200" y="216"/>
                  </a:lnTo>
                  <a:lnTo>
                    <a:pt x="200" y="216"/>
                  </a:lnTo>
                  <a:lnTo>
                    <a:pt x="218" y="230"/>
                  </a:lnTo>
                  <a:lnTo>
                    <a:pt x="234" y="246"/>
                  </a:lnTo>
                  <a:lnTo>
                    <a:pt x="248" y="266"/>
                  </a:lnTo>
                  <a:lnTo>
                    <a:pt x="262" y="288"/>
                  </a:lnTo>
                  <a:lnTo>
                    <a:pt x="262" y="288"/>
                  </a:lnTo>
                  <a:lnTo>
                    <a:pt x="272" y="298"/>
                  </a:lnTo>
                  <a:lnTo>
                    <a:pt x="280" y="310"/>
                  </a:lnTo>
                  <a:lnTo>
                    <a:pt x="300" y="328"/>
                  </a:lnTo>
                  <a:lnTo>
                    <a:pt x="316" y="340"/>
                  </a:lnTo>
                  <a:lnTo>
                    <a:pt x="322" y="344"/>
                  </a:lnTo>
                  <a:lnTo>
                    <a:pt x="344" y="32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3" name="Freeform 146"/>
            <p:cNvSpPr/>
            <p:nvPr/>
          </p:nvSpPr>
          <p:spPr bwMode="auto">
            <a:xfrm>
              <a:off x="4156075" y="3013075"/>
              <a:ext cx="120650" cy="120650"/>
            </a:xfrm>
            <a:custGeom>
              <a:avLst/>
              <a:gdLst/>
              <a:ahLst/>
              <a:cxnLst>
                <a:cxn ang="0">
                  <a:pos x="30" y="46"/>
                </a:cxn>
                <a:cxn ang="0">
                  <a:pos x="30" y="46"/>
                </a:cxn>
                <a:cxn ang="0">
                  <a:pos x="42" y="56"/>
                </a:cxn>
                <a:cxn ang="0">
                  <a:pos x="54" y="66"/>
                </a:cxn>
                <a:cxn ang="0">
                  <a:pos x="66" y="72"/>
                </a:cxn>
                <a:cxn ang="0">
                  <a:pos x="76" y="76"/>
                </a:cxn>
                <a:cxn ang="0">
                  <a:pos x="76" y="76"/>
                </a:cxn>
                <a:cxn ang="0">
                  <a:pos x="72" y="66"/>
                </a:cxn>
                <a:cxn ang="0">
                  <a:pos x="66" y="54"/>
                </a:cxn>
                <a:cxn ang="0">
                  <a:pos x="56" y="42"/>
                </a:cxn>
                <a:cxn ang="0">
                  <a:pos x="46" y="30"/>
                </a:cxn>
                <a:cxn ang="0">
                  <a:pos x="46" y="30"/>
                </a:cxn>
                <a:cxn ang="0">
                  <a:pos x="34" y="18"/>
                </a:cxn>
                <a:cxn ang="0">
                  <a:pos x="22" y="10"/>
                </a:cxn>
                <a:cxn ang="0">
                  <a:pos x="10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" y="10"/>
                </a:cxn>
                <a:cxn ang="0">
                  <a:pos x="10" y="22"/>
                </a:cxn>
                <a:cxn ang="0">
                  <a:pos x="18" y="34"/>
                </a:cxn>
                <a:cxn ang="0">
                  <a:pos x="30" y="46"/>
                </a:cxn>
                <a:cxn ang="0">
                  <a:pos x="30" y="46"/>
                </a:cxn>
              </a:cxnLst>
              <a:rect l="0" t="0" r="r" b="b"/>
              <a:pathLst>
                <a:path w="76" h="76">
                  <a:moveTo>
                    <a:pt x="30" y="46"/>
                  </a:moveTo>
                  <a:lnTo>
                    <a:pt x="30" y="46"/>
                  </a:lnTo>
                  <a:lnTo>
                    <a:pt x="42" y="56"/>
                  </a:lnTo>
                  <a:lnTo>
                    <a:pt x="54" y="66"/>
                  </a:lnTo>
                  <a:lnTo>
                    <a:pt x="66" y="72"/>
                  </a:lnTo>
                  <a:lnTo>
                    <a:pt x="76" y="76"/>
                  </a:lnTo>
                  <a:lnTo>
                    <a:pt x="76" y="76"/>
                  </a:lnTo>
                  <a:lnTo>
                    <a:pt x="72" y="66"/>
                  </a:lnTo>
                  <a:lnTo>
                    <a:pt x="66" y="54"/>
                  </a:lnTo>
                  <a:lnTo>
                    <a:pt x="56" y="42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34" y="18"/>
                  </a:lnTo>
                  <a:lnTo>
                    <a:pt x="22" y="10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10"/>
                  </a:lnTo>
                  <a:lnTo>
                    <a:pt x="10" y="22"/>
                  </a:lnTo>
                  <a:lnTo>
                    <a:pt x="18" y="34"/>
                  </a:lnTo>
                  <a:lnTo>
                    <a:pt x="30" y="46"/>
                  </a:lnTo>
                  <a:lnTo>
                    <a:pt x="30" y="4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" name="Freeform 147"/>
            <p:cNvSpPr/>
            <p:nvPr/>
          </p:nvSpPr>
          <p:spPr bwMode="auto">
            <a:xfrm>
              <a:off x="4235450" y="2616200"/>
              <a:ext cx="346075" cy="768350"/>
            </a:xfrm>
            <a:custGeom>
              <a:avLst/>
              <a:gdLst/>
              <a:ahLst/>
              <a:cxnLst>
                <a:cxn ang="0">
                  <a:pos x="2" y="28"/>
                </a:cxn>
                <a:cxn ang="0">
                  <a:pos x="4" y="50"/>
                </a:cxn>
                <a:cxn ang="0">
                  <a:pos x="22" y="100"/>
                </a:cxn>
                <a:cxn ang="0">
                  <a:pos x="22" y="100"/>
                </a:cxn>
                <a:cxn ang="0">
                  <a:pos x="36" y="134"/>
                </a:cxn>
                <a:cxn ang="0">
                  <a:pos x="46" y="202"/>
                </a:cxn>
                <a:cxn ang="0">
                  <a:pos x="50" y="216"/>
                </a:cxn>
                <a:cxn ang="0">
                  <a:pos x="64" y="252"/>
                </a:cxn>
                <a:cxn ang="0">
                  <a:pos x="92" y="292"/>
                </a:cxn>
                <a:cxn ang="0">
                  <a:pos x="106" y="310"/>
                </a:cxn>
                <a:cxn ang="0">
                  <a:pos x="124" y="348"/>
                </a:cxn>
                <a:cxn ang="0">
                  <a:pos x="134" y="396"/>
                </a:cxn>
                <a:cxn ang="0">
                  <a:pos x="138" y="410"/>
                </a:cxn>
                <a:cxn ang="0">
                  <a:pos x="154" y="448"/>
                </a:cxn>
                <a:cxn ang="0">
                  <a:pos x="170" y="476"/>
                </a:cxn>
                <a:cxn ang="0">
                  <a:pos x="182" y="480"/>
                </a:cxn>
                <a:cxn ang="0">
                  <a:pos x="216" y="456"/>
                </a:cxn>
                <a:cxn ang="0">
                  <a:pos x="214" y="448"/>
                </a:cxn>
                <a:cxn ang="0">
                  <a:pos x="200" y="400"/>
                </a:cxn>
                <a:cxn ang="0">
                  <a:pos x="184" y="374"/>
                </a:cxn>
                <a:cxn ang="0">
                  <a:pos x="170" y="354"/>
                </a:cxn>
                <a:cxn ang="0">
                  <a:pos x="150" y="314"/>
                </a:cxn>
                <a:cxn ang="0">
                  <a:pos x="140" y="272"/>
                </a:cxn>
                <a:cxn ang="0">
                  <a:pos x="138" y="248"/>
                </a:cxn>
                <a:cxn ang="0">
                  <a:pos x="124" y="200"/>
                </a:cxn>
                <a:cxn ang="0">
                  <a:pos x="110" y="176"/>
                </a:cxn>
                <a:cxn ang="0">
                  <a:pos x="90" y="148"/>
                </a:cxn>
                <a:cxn ang="0">
                  <a:pos x="62" y="104"/>
                </a:cxn>
                <a:cxn ang="0">
                  <a:pos x="54" y="86"/>
                </a:cxn>
                <a:cxn ang="0">
                  <a:pos x="32" y="40"/>
                </a:cxn>
                <a:cxn ang="0">
                  <a:pos x="20" y="22"/>
                </a:cxn>
                <a:cxn ang="0">
                  <a:pos x="2" y="28"/>
                </a:cxn>
              </a:cxnLst>
              <a:rect l="0" t="0" r="r" b="b"/>
              <a:pathLst>
                <a:path w="218" h="484">
                  <a:moveTo>
                    <a:pt x="2" y="28"/>
                  </a:moveTo>
                  <a:lnTo>
                    <a:pt x="2" y="28"/>
                  </a:lnTo>
                  <a:lnTo>
                    <a:pt x="2" y="36"/>
                  </a:lnTo>
                  <a:lnTo>
                    <a:pt x="4" y="50"/>
                  </a:lnTo>
                  <a:lnTo>
                    <a:pt x="12" y="74"/>
                  </a:lnTo>
                  <a:lnTo>
                    <a:pt x="22" y="100"/>
                  </a:lnTo>
                  <a:lnTo>
                    <a:pt x="22" y="100"/>
                  </a:lnTo>
                  <a:lnTo>
                    <a:pt x="22" y="100"/>
                  </a:lnTo>
                  <a:lnTo>
                    <a:pt x="30" y="118"/>
                  </a:lnTo>
                  <a:lnTo>
                    <a:pt x="36" y="134"/>
                  </a:lnTo>
                  <a:lnTo>
                    <a:pt x="42" y="170"/>
                  </a:lnTo>
                  <a:lnTo>
                    <a:pt x="46" y="202"/>
                  </a:lnTo>
                  <a:lnTo>
                    <a:pt x="46" y="202"/>
                  </a:lnTo>
                  <a:lnTo>
                    <a:pt x="50" y="216"/>
                  </a:lnTo>
                  <a:lnTo>
                    <a:pt x="54" y="228"/>
                  </a:lnTo>
                  <a:lnTo>
                    <a:pt x="64" y="252"/>
                  </a:lnTo>
                  <a:lnTo>
                    <a:pt x="78" y="272"/>
                  </a:lnTo>
                  <a:lnTo>
                    <a:pt x="92" y="292"/>
                  </a:lnTo>
                  <a:lnTo>
                    <a:pt x="106" y="310"/>
                  </a:lnTo>
                  <a:lnTo>
                    <a:pt x="106" y="310"/>
                  </a:lnTo>
                  <a:lnTo>
                    <a:pt x="116" y="328"/>
                  </a:lnTo>
                  <a:lnTo>
                    <a:pt x="124" y="348"/>
                  </a:lnTo>
                  <a:lnTo>
                    <a:pt x="130" y="370"/>
                  </a:lnTo>
                  <a:lnTo>
                    <a:pt x="134" y="396"/>
                  </a:lnTo>
                  <a:lnTo>
                    <a:pt x="134" y="396"/>
                  </a:lnTo>
                  <a:lnTo>
                    <a:pt x="138" y="410"/>
                  </a:lnTo>
                  <a:lnTo>
                    <a:pt x="142" y="424"/>
                  </a:lnTo>
                  <a:lnTo>
                    <a:pt x="154" y="448"/>
                  </a:lnTo>
                  <a:lnTo>
                    <a:pt x="164" y="466"/>
                  </a:lnTo>
                  <a:lnTo>
                    <a:pt x="170" y="476"/>
                  </a:lnTo>
                  <a:lnTo>
                    <a:pt x="174" y="484"/>
                  </a:lnTo>
                  <a:lnTo>
                    <a:pt x="182" y="480"/>
                  </a:lnTo>
                  <a:lnTo>
                    <a:pt x="218" y="466"/>
                  </a:lnTo>
                  <a:lnTo>
                    <a:pt x="216" y="456"/>
                  </a:lnTo>
                  <a:lnTo>
                    <a:pt x="216" y="456"/>
                  </a:lnTo>
                  <a:lnTo>
                    <a:pt x="214" y="448"/>
                  </a:lnTo>
                  <a:lnTo>
                    <a:pt x="208" y="426"/>
                  </a:lnTo>
                  <a:lnTo>
                    <a:pt x="200" y="400"/>
                  </a:lnTo>
                  <a:lnTo>
                    <a:pt x="192" y="388"/>
                  </a:lnTo>
                  <a:lnTo>
                    <a:pt x="184" y="374"/>
                  </a:lnTo>
                  <a:lnTo>
                    <a:pt x="184" y="374"/>
                  </a:lnTo>
                  <a:lnTo>
                    <a:pt x="170" y="354"/>
                  </a:lnTo>
                  <a:lnTo>
                    <a:pt x="158" y="334"/>
                  </a:lnTo>
                  <a:lnTo>
                    <a:pt x="150" y="314"/>
                  </a:lnTo>
                  <a:lnTo>
                    <a:pt x="144" y="294"/>
                  </a:lnTo>
                  <a:lnTo>
                    <a:pt x="140" y="272"/>
                  </a:lnTo>
                  <a:lnTo>
                    <a:pt x="140" y="272"/>
                  </a:lnTo>
                  <a:lnTo>
                    <a:pt x="138" y="248"/>
                  </a:lnTo>
                  <a:lnTo>
                    <a:pt x="132" y="224"/>
                  </a:lnTo>
                  <a:lnTo>
                    <a:pt x="124" y="200"/>
                  </a:lnTo>
                  <a:lnTo>
                    <a:pt x="118" y="188"/>
                  </a:lnTo>
                  <a:lnTo>
                    <a:pt x="110" y="176"/>
                  </a:lnTo>
                  <a:lnTo>
                    <a:pt x="90" y="148"/>
                  </a:lnTo>
                  <a:lnTo>
                    <a:pt x="90" y="148"/>
                  </a:lnTo>
                  <a:lnTo>
                    <a:pt x="70" y="120"/>
                  </a:lnTo>
                  <a:lnTo>
                    <a:pt x="62" y="104"/>
                  </a:lnTo>
                  <a:lnTo>
                    <a:pt x="54" y="86"/>
                  </a:lnTo>
                  <a:lnTo>
                    <a:pt x="54" y="86"/>
                  </a:lnTo>
                  <a:lnTo>
                    <a:pt x="44" y="60"/>
                  </a:lnTo>
                  <a:lnTo>
                    <a:pt x="32" y="40"/>
                  </a:lnTo>
                  <a:lnTo>
                    <a:pt x="24" y="26"/>
                  </a:lnTo>
                  <a:lnTo>
                    <a:pt x="20" y="22"/>
                  </a:lnTo>
                  <a:lnTo>
                    <a:pt x="0" y="0"/>
                  </a:lnTo>
                  <a:lnTo>
                    <a:pt x="2" y="2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Freeform 148"/>
            <p:cNvSpPr/>
            <p:nvPr/>
          </p:nvSpPr>
          <p:spPr bwMode="auto">
            <a:xfrm>
              <a:off x="4254500" y="2660650"/>
              <a:ext cx="307975" cy="701675"/>
            </a:xfrm>
            <a:custGeom>
              <a:avLst/>
              <a:gdLst/>
              <a:ahLst/>
              <a:cxnLst>
                <a:cxn ang="0">
                  <a:pos x="194" y="430"/>
                </a:cxn>
                <a:cxn ang="0">
                  <a:pos x="194" y="430"/>
                </a:cxn>
                <a:cxn ang="0">
                  <a:pos x="192" y="422"/>
                </a:cxn>
                <a:cxn ang="0">
                  <a:pos x="188" y="402"/>
                </a:cxn>
                <a:cxn ang="0">
                  <a:pos x="178" y="378"/>
                </a:cxn>
                <a:cxn ang="0">
                  <a:pos x="172" y="366"/>
                </a:cxn>
                <a:cxn ang="0">
                  <a:pos x="164" y="354"/>
                </a:cxn>
                <a:cxn ang="0">
                  <a:pos x="164" y="354"/>
                </a:cxn>
                <a:cxn ang="0">
                  <a:pos x="150" y="332"/>
                </a:cxn>
                <a:cxn ang="0">
                  <a:pos x="138" y="312"/>
                </a:cxn>
                <a:cxn ang="0">
                  <a:pos x="128" y="290"/>
                </a:cxn>
                <a:cxn ang="0">
                  <a:pos x="122" y="268"/>
                </a:cxn>
                <a:cxn ang="0">
                  <a:pos x="122" y="268"/>
                </a:cxn>
                <a:cxn ang="0">
                  <a:pos x="118" y="242"/>
                </a:cxn>
                <a:cxn ang="0">
                  <a:pos x="114" y="212"/>
                </a:cxn>
                <a:cxn ang="0">
                  <a:pos x="110" y="198"/>
                </a:cxn>
                <a:cxn ang="0">
                  <a:pos x="106" y="182"/>
                </a:cxn>
                <a:cxn ang="0">
                  <a:pos x="98" y="168"/>
                </a:cxn>
                <a:cxn ang="0">
                  <a:pos x="90" y="154"/>
                </a:cxn>
                <a:cxn ang="0">
                  <a:pos x="90" y="154"/>
                </a:cxn>
                <a:cxn ang="0">
                  <a:pos x="56" y="108"/>
                </a:cxn>
                <a:cxn ang="0">
                  <a:pos x="44" y="88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22" y="36"/>
                </a:cxn>
                <a:cxn ang="0">
                  <a:pos x="12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0"/>
                </a:cxn>
                <a:cxn ang="0">
                  <a:pos x="8" y="42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0" y="92"/>
                </a:cxn>
                <a:cxn ang="0">
                  <a:pos x="36" y="116"/>
                </a:cxn>
                <a:cxn ang="0">
                  <a:pos x="44" y="172"/>
                </a:cxn>
                <a:cxn ang="0">
                  <a:pos x="44" y="172"/>
                </a:cxn>
                <a:cxn ang="0">
                  <a:pos x="48" y="188"/>
                </a:cxn>
                <a:cxn ang="0">
                  <a:pos x="54" y="204"/>
                </a:cxn>
                <a:cxn ang="0">
                  <a:pos x="62" y="218"/>
                </a:cxn>
                <a:cxn ang="0">
                  <a:pos x="70" y="232"/>
                </a:cxn>
                <a:cxn ang="0">
                  <a:pos x="86" y="256"/>
                </a:cxn>
                <a:cxn ang="0">
                  <a:pos x="102" y="276"/>
                </a:cxn>
                <a:cxn ang="0">
                  <a:pos x="102" y="276"/>
                </a:cxn>
                <a:cxn ang="0">
                  <a:pos x="114" y="296"/>
                </a:cxn>
                <a:cxn ang="0">
                  <a:pos x="122" y="318"/>
                </a:cxn>
                <a:cxn ang="0">
                  <a:pos x="128" y="340"/>
                </a:cxn>
                <a:cxn ang="0">
                  <a:pos x="132" y="366"/>
                </a:cxn>
                <a:cxn ang="0">
                  <a:pos x="132" y="366"/>
                </a:cxn>
                <a:cxn ang="0">
                  <a:pos x="136" y="380"/>
                </a:cxn>
                <a:cxn ang="0">
                  <a:pos x="140" y="394"/>
                </a:cxn>
                <a:cxn ang="0">
                  <a:pos x="152" y="418"/>
                </a:cxn>
                <a:cxn ang="0">
                  <a:pos x="162" y="434"/>
                </a:cxn>
                <a:cxn ang="0">
                  <a:pos x="166" y="442"/>
                </a:cxn>
                <a:cxn ang="0">
                  <a:pos x="194" y="430"/>
                </a:cxn>
              </a:cxnLst>
              <a:rect l="0" t="0" r="r" b="b"/>
              <a:pathLst>
                <a:path w="194" h="442">
                  <a:moveTo>
                    <a:pt x="194" y="430"/>
                  </a:moveTo>
                  <a:lnTo>
                    <a:pt x="194" y="430"/>
                  </a:lnTo>
                  <a:lnTo>
                    <a:pt x="192" y="422"/>
                  </a:lnTo>
                  <a:lnTo>
                    <a:pt x="188" y="402"/>
                  </a:lnTo>
                  <a:lnTo>
                    <a:pt x="178" y="378"/>
                  </a:lnTo>
                  <a:lnTo>
                    <a:pt x="172" y="366"/>
                  </a:lnTo>
                  <a:lnTo>
                    <a:pt x="164" y="354"/>
                  </a:lnTo>
                  <a:lnTo>
                    <a:pt x="164" y="354"/>
                  </a:lnTo>
                  <a:lnTo>
                    <a:pt x="150" y="332"/>
                  </a:lnTo>
                  <a:lnTo>
                    <a:pt x="138" y="312"/>
                  </a:lnTo>
                  <a:lnTo>
                    <a:pt x="128" y="290"/>
                  </a:lnTo>
                  <a:lnTo>
                    <a:pt x="122" y="268"/>
                  </a:lnTo>
                  <a:lnTo>
                    <a:pt x="122" y="268"/>
                  </a:lnTo>
                  <a:lnTo>
                    <a:pt x="118" y="242"/>
                  </a:lnTo>
                  <a:lnTo>
                    <a:pt x="114" y="212"/>
                  </a:lnTo>
                  <a:lnTo>
                    <a:pt x="110" y="198"/>
                  </a:lnTo>
                  <a:lnTo>
                    <a:pt x="106" y="182"/>
                  </a:lnTo>
                  <a:lnTo>
                    <a:pt x="98" y="168"/>
                  </a:lnTo>
                  <a:lnTo>
                    <a:pt x="90" y="154"/>
                  </a:lnTo>
                  <a:lnTo>
                    <a:pt x="90" y="154"/>
                  </a:lnTo>
                  <a:lnTo>
                    <a:pt x="56" y="108"/>
                  </a:lnTo>
                  <a:lnTo>
                    <a:pt x="44" y="88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22" y="36"/>
                  </a:lnTo>
                  <a:lnTo>
                    <a:pt x="12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0"/>
                  </a:lnTo>
                  <a:lnTo>
                    <a:pt x="8" y="42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0" y="92"/>
                  </a:lnTo>
                  <a:lnTo>
                    <a:pt x="36" y="116"/>
                  </a:lnTo>
                  <a:lnTo>
                    <a:pt x="44" y="172"/>
                  </a:lnTo>
                  <a:lnTo>
                    <a:pt x="44" y="172"/>
                  </a:lnTo>
                  <a:lnTo>
                    <a:pt x="48" y="188"/>
                  </a:lnTo>
                  <a:lnTo>
                    <a:pt x="54" y="204"/>
                  </a:lnTo>
                  <a:lnTo>
                    <a:pt x="62" y="218"/>
                  </a:lnTo>
                  <a:lnTo>
                    <a:pt x="70" y="232"/>
                  </a:lnTo>
                  <a:lnTo>
                    <a:pt x="86" y="256"/>
                  </a:lnTo>
                  <a:lnTo>
                    <a:pt x="102" y="276"/>
                  </a:lnTo>
                  <a:lnTo>
                    <a:pt x="102" y="276"/>
                  </a:lnTo>
                  <a:lnTo>
                    <a:pt x="114" y="296"/>
                  </a:lnTo>
                  <a:lnTo>
                    <a:pt x="122" y="318"/>
                  </a:lnTo>
                  <a:lnTo>
                    <a:pt x="128" y="340"/>
                  </a:lnTo>
                  <a:lnTo>
                    <a:pt x="132" y="366"/>
                  </a:lnTo>
                  <a:lnTo>
                    <a:pt x="132" y="366"/>
                  </a:lnTo>
                  <a:lnTo>
                    <a:pt x="136" y="380"/>
                  </a:lnTo>
                  <a:lnTo>
                    <a:pt x="140" y="394"/>
                  </a:lnTo>
                  <a:lnTo>
                    <a:pt x="152" y="418"/>
                  </a:lnTo>
                  <a:lnTo>
                    <a:pt x="162" y="434"/>
                  </a:lnTo>
                  <a:lnTo>
                    <a:pt x="166" y="442"/>
                  </a:lnTo>
                  <a:lnTo>
                    <a:pt x="194" y="4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Freeform 149"/>
            <p:cNvSpPr/>
            <p:nvPr/>
          </p:nvSpPr>
          <p:spPr bwMode="auto">
            <a:xfrm>
              <a:off x="4346575" y="2886075"/>
              <a:ext cx="66675" cy="155575"/>
            </a:xfrm>
            <a:custGeom>
              <a:avLst/>
              <a:gdLst/>
              <a:ahLst/>
              <a:cxnLst>
                <a:cxn ang="0">
                  <a:pos x="10" y="54"/>
                </a:cxn>
                <a:cxn ang="0">
                  <a:pos x="10" y="54"/>
                </a:cxn>
                <a:cxn ang="0">
                  <a:pos x="18" y="68"/>
                </a:cxn>
                <a:cxn ang="0">
                  <a:pos x="26" y="82"/>
                </a:cxn>
                <a:cxn ang="0">
                  <a:pos x="34" y="92"/>
                </a:cxn>
                <a:cxn ang="0">
                  <a:pos x="42" y="98"/>
                </a:cxn>
                <a:cxn ang="0">
                  <a:pos x="42" y="98"/>
                </a:cxn>
                <a:cxn ang="0">
                  <a:pos x="42" y="88"/>
                </a:cxn>
                <a:cxn ang="0">
                  <a:pos x="40" y="76"/>
                </a:cxn>
                <a:cxn ang="0">
                  <a:pos x="36" y="60"/>
                </a:cxn>
                <a:cxn ang="0">
                  <a:pos x="30" y="44"/>
                </a:cxn>
                <a:cxn ang="0">
                  <a:pos x="30" y="44"/>
                </a:cxn>
                <a:cxn ang="0">
                  <a:pos x="24" y="30"/>
                </a:cxn>
                <a:cxn ang="0">
                  <a:pos x="16" y="16"/>
                </a:cxn>
                <a:cxn ang="0">
                  <a:pos x="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2" y="22"/>
                </a:cxn>
                <a:cxn ang="0">
                  <a:pos x="6" y="38"/>
                </a:cxn>
                <a:cxn ang="0">
                  <a:pos x="10" y="54"/>
                </a:cxn>
                <a:cxn ang="0">
                  <a:pos x="10" y="54"/>
                </a:cxn>
              </a:cxnLst>
              <a:rect l="0" t="0" r="r" b="b"/>
              <a:pathLst>
                <a:path w="42" h="98">
                  <a:moveTo>
                    <a:pt x="10" y="54"/>
                  </a:moveTo>
                  <a:lnTo>
                    <a:pt x="10" y="54"/>
                  </a:lnTo>
                  <a:lnTo>
                    <a:pt x="18" y="68"/>
                  </a:lnTo>
                  <a:lnTo>
                    <a:pt x="26" y="82"/>
                  </a:lnTo>
                  <a:lnTo>
                    <a:pt x="34" y="92"/>
                  </a:lnTo>
                  <a:lnTo>
                    <a:pt x="42" y="98"/>
                  </a:lnTo>
                  <a:lnTo>
                    <a:pt x="42" y="98"/>
                  </a:lnTo>
                  <a:lnTo>
                    <a:pt x="42" y="88"/>
                  </a:lnTo>
                  <a:lnTo>
                    <a:pt x="40" y="76"/>
                  </a:lnTo>
                  <a:lnTo>
                    <a:pt x="36" y="60"/>
                  </a:lnTo>
                  <a:lnTo>
                    <a:pt x="30" y="44"/>
                  </a:lnTo>
                  <a:lnTo>
                    <a:pt x="30" y="44"/>
                  </a:lnTo>
                  <a:lnTo>
                    <a:pt x="24" y="30"/>
                  </a:lnTo>
                  <a:lnTo>
                    <a:pt x="16" y="16"/>
                  </a:lnTo>
                  <a:lnTo>
                    <a:pt x="8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2" y="22"/>
                  </a:lnTo>
                  <a:lnTo>
                    <a:pt x="6" y="38"/>
                  </a:lnTo>
                  <a:lnTo>
                    <a:pt x="10" y="54"/>
                  </a:lnTo>
                  <a:lnTo>
                    <a:pt x="10" y="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Freeform 150"/>
            <p:cNvSpPr/>
            <p:nvPr/>
          </p:nvSpPr>
          <p:spPr bwMode="auto">
            <a:xfrm>
              <a:off x="4562475" y="2616200"/>
              <a:ext cx="346075" cy="768350"/>
            </a:xfrm>
            <a:custGeom>
              <a:avLst/>
              <a:gdLst/>
              <a:ahLst/>
              <a:cxnLst>
                <a:cxn ang="0">
                  <a:pos x="198" y="22"/>
                </a:cxn>
                <a:cxn ang="0">
                  <a:pos x="186" y="40"/>
                </a:cxn>
                <a:cxn ang="0">
                  <a:pos x="164" y="86"/>
                </a:cxn>
                <a:cxn ang="0">
                  <a:pos x="164" y="86"/>
                </a:cxn>
                <a:cxn ang="0">
                  <a:pos x="148" y="120"/>
                </a:cxn>
                <a:cxn ang="0">
                  <a:pos x="108" y="176"/>
                </a:cxn>
                <a:cxn ang="0">
                  <a:pos x="100" y="188"/>
                </a:cxn>
                <a:cxn ang="0">
                  <a:pos x="86" y="224"/>
                </a:cxn>
                <a:cxn ang="0">
                  <a:pos x="78" y="272"/>
                </a:cxn>
                <a:cxn ang="0">
                  <a:pos x="74" y="294"/>
                </a:cxn>
                <a:cxn ang="0">
                  <a:pos x="60" y="334"/>
                </a:cxn>
                <a:cxn ang="0">
                  <a:pos x="34" y="374"/>
                </a:cxn>
                <a:cxn ang="0">
                  <a:pos x="26" y="388"/>
                </a:cxn>
                <a:cxn ang="0">
                  <a:pos x="10" y="426"/>
                </a:cxn>
                <a:cxn ang="0">
                  <a:pos x="2" y="456"/>
                </a:cxn>
                <a:cxn ang="0">
                  <a:pos x="8" y="468"/>
                </a:cxn>
                <a:cxn ang="0">
                  <a:pos x="48" y="476"/>
                </a:cxn>
                <a:cxn ang="0">
                  <a:pos x="54" y="468"/>
                </a:cxn>
                <a:cxn ang="0">
                  <a:pos x="76" y="424"/>
                </a:cxn>
                <a:cxn ang="0">
                  <a:pos x="84" y="396"/>
                </a:cxn>
                <a:cxn ang="0">
                  <a:pos x="88" y="370"/>
                </a:cxn>
                <a:cxn ang="0">
                  <a:pos x="102" y="328"/>
                </a:cxn>
                <a:cxn ang="0">
                  <a:pos x="126" y="292"/>
                </a:cxn>
                <a:cxn ang="0">
                  <a:pos x="140" y="272"/>
                </a:cxn>
                <a:cxn ang="0">
                  <a:pos x="164" y="228"/>
                </a:cxn>
                <a:cxn ang="0">
                  <a:pos x="172" y="202"/>
                </a:cxn>
                <a:cxn ang="0">
                  <a:pos x="176" y="170"/>
                </a:cxn>
                <a:cxn ang="0">
                  <a:pos x="182" y="134"/>
                </a:cxn>
                <a:cxn ang="0">
                  <a:pos x="196" y="100"/>
                </a:cxn>
                <a:cxn ang="0">
                  <a:pos x="206" y="74"/>
                </a:cxn>
                <a:cxn ang="0">
                  <a:pos x="216" y="36"/>
                </a:cxn>
                <a:cxn ang="0">
                  <a:pos x="218" y="0"/>
                </a:cxn>
              </a:cxnLst>
              <a:rect l="0" t="0" r="r" b="b"/>
              <a:pathLst>
                <a:path w="218" h="484">
                  <a:moveTo>
                    <a:pt x="198" y="22"/>
                  </a:moveTo>
                  <a:lnTo>
                    <a:pt x="198" y="22"/>
                  </a:lnTo>
                  <a:lnTo>
                    <a:pt x="194" y="26"/>
                  </a:lnTo>
                  <a:lnTo>
                    <a:pt x="186" y="40"/>
                  </a:lnTo>
                  <a:lnTo>
                    <a:pt x="174" y="60"/>
                  </a:lnTo>
                  <a:lnTo>
                    <a:pt x="164" y="86"/>
                  </a:lnTo>
                  <a:lnTo>
                    <a:pt x="164" y="86"/>
                  </a:lnTo>
                  <a:lnTo>
                    <a:pt x="164" y="86"/>
                  </a:lnTo>
                  <a:lnTo>
                    <a:pt x="156" y="104"/>
                  </a:lnTo>
                  <a:lnTo>
                    <a:pt x="148" y="120"/>
                  </a:lnTo>
                  <a:lnTo>
                    <a:pt x="128" y="148"/>
                  </a:lnTo>
                  <a:lnTo>
                    <a:pt x="108" y="176"/>
                  </a:lnTo>
                  <a:lnTo>
                    <a:pt x="108" y="176"/>
                  </a:lnTo>
                  <a:lnTo>
                    <a:pt x="100" y="188"/>
                  </a:lnTo>
                  <a:lnTo>
                    <a:pt x="94" y="200"/>
                  </a:lnTo>
                  <a:lnTo>
                    <a:pt x="86" y="224"/>
                  </a:lnTo>
                  <a:lnTo>
                    <a:pt x="80" y="248"/>
                  </a:lnTo>
                  <a:lnTo>
                    <a:pt x="78" y="272"/>
                  </a:lnTo>
                  <a:lnTo>
                    <a:pt x="74" y="294"/>
                  </a:lnTo>
                  <a:lnTo>
                    <a:pt x="74" y="294"/>
                  </a:lnTo>
                  <a:lnTo>
                    <a:pt x="68" y="314"/>
                  </a:lnTo>
                  <a:lnTo>
                    <a:pt x="60" y="334"/>
                  </a:lnTo>
                  <a:lnTo>
                    <a:pt x="48" y="354"/>
                  </a:lnTo>
                  <a:lnTo>
                    <a:pt x="34" y="374"/>
                  </a:lnTo>
                  <a:lnTo>
                    <a:pt x="34" y="374"/>
                  </a:lnTo>
                  <a:lnTo>
                    <a:pt x="26" y="388"/>
                  </a:lnTo>
                  <a:lnTo>
                    <a:pt x="20" y="400"/>
                  </a:lnTo>
                  <a:lnTo>
                    <a:pt x="10" y="426"/>
                  </a:lnTo>
                  <a:lnTo>
                    <a:pt x="4" y="446"/>
                  </a:lnTo>
                  <a:lnTo>
                    <a:pt x="2" y="456"/>
                  </a:lnTo>
                  <a:lnTo>
                    <a:pt x="0" y="466"/>
                  </a:lnTo>
                  <a:lnTo>
                    <a:pt x="8" y="468"/>
                  </a:lnTo>
                  <a:lnTo>
                    <a:pt x="44" y="484"/>
                  </a:lnTo>
                  <a:lnTo>
                    <a:pt x="48" y="476"/>
                  </a:lnTo>
                  <a:lnTo>
                    <a:pt x="48" y="476"/>
                  </a:lnTo>
                  <a:lnTo>
                    <a:pt x="54" y="468"/>
                  </a:lnTo>
                  <a:lnTo>
                    <a:pt x="64" y="450"/>
                  </a:lnTo>
                  <a:lnTo>
                    <a:pt x="76" y="424"/>
                  </a:lnTo>
                  <a:lnTo>
                    <a:pt x="80" y="410"/>
                  </a:lnTo>
                  <a:lnTo>
                    <a:pt x="84" y="396"/>
                  </a:lnTo>
                  <a:lnTo>
                    <a:pt x="84" y="396"/>
                  </a:lnTo>
                  <a:lnTo>
                    <a:pt x="88" y="370"/>
                  </a:lnTo>
                  <a:lnTo>
                    <a:pt x="94" y="348"/>
                  </a:lnTo>
                  <a:lnTo>
                    <a:pt x="102" y="328"/>
                  </a:lnTo>
                  <a:lnTo>
                    <a:pt x="112" y="310"/>
                  </a:lnTo>
                  <a:lnTo>
                    <a:pt x="126" y="292"/>
                  </a:lnTo>
                  <a:lnTo>
                    <a:pt x="126" y="292"/>
                  </a:lnTo>
                  <a:lnTo>
                    <a:pt x="140" y="272"/>
                  </a:lnTo>
                  <a:lnTo>
                    <a:pt x="154" y="252"/>
                  </a:lnTo>
                  <a:lnTo>
                    <a:pt x="164" y="228"/>
                  </a:lnTo>
                  <a:lnTo>
                    <a:pt x="168" y="216"/>
                  </a:lnTo>
                  <a:lnTo>
                    <a:pt x="172" y="202"/>
                  </a:lnTo>
                  <a:lnTo>
                    <a:pt x="172" y="202"/>
                  </a:lnTo>
                  <a:lnTo>
                    <a:pt x="176" y="170"/>
                  </a:lnTo>
                  <a:lnTo>
                    <a:pt x="176" y="170"/>
                  </a:lnTo>
                  <a:lnTo>
                    <a:pt x="182" y="134"/>
                  </a:lnTo>
                  <a:lnTo>
                    <a:pt x="188" y="118"/>
                  </a:lnTo>
                  <a:lnTo>
                    <a:pt x="196" y="100"/>
                  </a:lnTo>
                  <a:lnTo>
                    <a:pt x="196" y="100"/>
                  </a:lnTo>
                  <a:lnTo>
                    <a:pt x="206" y="74"/>
                  </a:lnTo>
                  <a:lnTo>
                    <a:pt x="214" y="50"/>
                  </a:lnTo>
                  <a:lnTo>
                    <a:pt x="216" y="36"/>
                  </a:lnTo>
                  <a:lnTo>
                    <a:pt x="216" y="28"/>
                  </a:lnTo>
                  <a:lnTo>
                    <a:pt x="218" y="0"/>
                  </a:lnTo>
                  <a:lnTo>
                    <a:pt x="198" y="2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8" name="Freeform 151"/>
            <p:cNvSpPr/>
            <p:nvPr/>
          </p:nvSpPr>
          <p:spPr bwMode="auto">
            <a:xfrm>
              <a:off x="4581525" y="2660650"/>
              <a:ext cx="307975" cy="701675"/>
            </a:xfrm>
            <a:custGeom>
              <a:avLst/>
              <a:gdLst/>
              <a:ahLst/>
              <a:cxnLst>
                <a:cxn ang="0">
                  <a:pos x="28" y="442"/>
                </a:cxn>
                <a:cxn ang="0">
                  <a:pos x="28" y="442"/>
                </a:cxn>
                <a:cxn ang="0">
                  <a:pos x="32" y="434"/>
                </a:cxn>
                <a:cxn ang="0">
                  <a:pos x="42" y="418"/>
                </a:cxn>
                <a:cxn ang="0">
                  <a:pos x="54" y="394"/>
                </a:cxn>
                <a:cxn ang="0">
                  <a:pos x="58" y="380"/>
                </a:cxn>
                <a:cxn ang="0">
                  <a:pos x="62" y="366"/>
                </a:cxn>
                <a:cxn ang="0">
                  <a:pos x="62" y="366"/>
                </a:cxn>
                <a:cxn ang="0">
                  <a:pos x="66" y="340"/>
                </a:cxn>
                <a:cxn ang="0">
                  <a:pos x="72" y="318"/>
                </a:cxn>
                <a:cxn ang="0">
                  <a:pos x="80" y="296"/>
                </a:cxn>
                <a:cxn ang="0">
                  <a:pos x="92" y="276"/>
                </a:cxn>
                <a:cxn ang="0">
                  <a:pos x="92" y="276"/>
                </a:cxn>
                <a:cxn ang="0">
                  <a:pos x="108" y="256"/>
                </a:cxn>
                <a:cxn ang="0">
                  <a:pos x="124" y="232"/>
                </a:cxn>
                <a:cxn ang="0">
                  <a:pos x="132" y="218"/>
                </a:cxn>
                <a:cxn ang="0">
                  <a:pos x="140" y="204"/>
                </a:cxn>
                <a:cxn ang="0">
                  <a:pos x="146" y="188"/>
                </a:cxn>
                <a:cxn ang="0">
                  <a:pos x="150" y="172"/>
                </a:cxn>
                <a:cxn ang="0">
                  <a:pos x="150" y="172"/>
                </a:cxn>
                <a:cxn ang="0">
                  <a:pos x="158" y="116"/>
                </a:cxn>
                <a:cxn ang="0">
                  <a:pos x="164" y="92"/>
                </a:cxn>
                <a:cxn ang="0">
                  <a:pos x="174" y="68"/>
                </a:cxn>
                <a:cxn ang="0">
                  <a:pos x="174" y="68"/>
                </a:cxn>
                <a:cxn ang="0">
                  <a:pos x="186" y="42"/>
                </a:cxn>
                <a:cxn ang="0">
                  <a:pos x="192" y="20"/>
                </a:cxn>
                <a:cxn ang="0">
                  <a:pos x="194" y="0"/>
                </a:cxn>
                <a:cxn ang="0">
                  <a:pos x="194" y="0"/>
                </a:cxn>
                <a:cxn ang="0">
                  <a:pos x="194" y="0"/>
                </a:cxn>
                <a:cxn ang="0">
                  <a:pos x="182" y="18"/>
                </a:cxn>
                <a:cxn ang="0">
                  <a:pos x="172" y="36"/>
                </a:cxn>
                <a:cxn ang="0">
                  <a:pos x="162" y="62"/>
                </a:cxn>
                <a:cxn ang="0">
                  <a:pos x="162" y="62"/>
                </a:cxn>
                <a:cxn ang="0">
                  <a:pos x="150" y="88"/>
                </a:cxn>
                <a:cxn ang="0">
                  <a:pos x="138" y="108"/>
                </a:cxn>
                <a:cxn ang="0">
                  <a:pos x="104" y="154"/>
                </a:cxn>
                <a:cxn ang="0">
                  <a:pos x="104" y="154"/>
                </a:cxn>
                <a:cxn ang="0">
                  <a:pos x="96" y="168"/>
                </a:cxn>
                <a:cxn ang="0">
                  <a:pos x="88" y="182"/>
                </a:cxn>
                <a:cxn ang="0">
                  <a:pos x="84" y="198"/>
                </a:cxn>
                <a:cxn ang="0">
                  <a:pos x="80" y="212"/>
                </a:cxn>
                <a:cxn ang="0">
                  <a:pos x="76" y="242"/>
                </a:cxn>
                <a:cxn ang="0">
                  <a:pos x="72" y="268"/>
                </a:cxn>
                <a:cxn ang="0">
                  <a:pos x="72" y="268"/>
                </a:cxn>
                <a:cxn ang="0">
                  <a:pos x="66" y="290"/>
                </a:cxn>
                <a:cxn ang="0">
                  <a:pos x="56" y="312"/>
                </a:cxn>
                <a:cxn ang="0">
                  <a:pos x="44" y="332"/>
                </a:cxn>
                <a:cxn ang="0">
                  <a:pos x="30" y="354"/>
                </a:cxn>
                <a:cxn ang="0">
                  <a:pos x="30" y="354"/>
                </a:cxn>
                <a:cxn ang="0">
                  <a:pos x="22" y="366"/>
                </a:cxn>
                <a:cxn ang="0">
                  <a:pos x="16" y="378"/>
                </a:cxn>
                <a:cxn ang="0">
                  <a:pos x="6" y="402"/>
                </a:cxn>
                <a:cxn ang="0">
                  <a:pos x="2" y="422"/>
                </a:cxn>
                <a:cxn ang="0">
                  <a:pos x="0" y="430"/>
                </a:cxn>
                <a:cxn ang="0">
                  <a:pos x="28" y="442"/>
                </a:cxn>
              </a:cxnLst>
              <a:rect l="0" t="0" r="r" b="b"/>
              <a:pathLst>
                <a:path w="194" h="442">
                  <a:moveTo>
                    <a:pt x="28" y="442"/>
                  </a:moveTo>
                  <a:lnTo>
                    <a:pt x="28" y="442"/>
                  </a:lnTo>
                  <a:lnTo>
                    <a:pt x="32" y="434"/>
                  </a:lnTo>
                  <a:lnTo>
                    <a:pt x="42" y="418"/>
                  </a:lnTo>
                  <a:lnTo>
                    <a:pt x="54" y="394"/>
                  </a:lnTo>
                  <a:lnTo>
                    <a:pt x="58" y="380"/>
                  </a:lnTo>
                  <a:lnTo>
                    <a:pt x="62" y="366"/>
                  </a:lnTo>
                  <a:lnTo>
                    <a:pt x="62" y="366"/>
                  </a:lnTo>
                  <a:lnTo>
                    <a:pt x="66" y="340"/>
                  </a:lnTo>
                  <a:lnTo>
                    <a:pt x="72" y="318"/>
                  </a:lnTo>
                  <a:lnTo>
                    <a:pt x="80" y="296"/>
                  </a:lnTo>
                  <a:lnTo>
                    <a:pt x="92" y="276"/>
                  </a:lnTo>
                  <a:lnTo>
                    <a:pt x="92" y="276"/>
                  </a:lnTo>
                  <a:lnTo>
                    <a:pt x="108" y="256"/>
                  </a:lnTo>
                  <a:lnTo>
                    <a:pt x="124" y="232"/>
                  </a:lnTo>
                  <a:lnTo>
                    <a:pt x="132" y="218"/>
                  </a:lnTo>
                  <a:lnTo>
                    <a:pt x="140" y="204"/>
                  </a:lnTo>
                  <a:lnTo>
                    <a:pt x="146" y="188"/>
                  </a:lnTo>
                  <a:lnTo>
                    <a:pt x="150" y="172"/>
                  </a:lnTo>
                  <a:lnTo>
                    <a:pt x="150" y="172"/>
                  </a:lnTo>
                  <a:lnTo>
                    <a:pt x="158" y="116"/>
                  </a:lnTo>
                  <a:lnTo>
                    <a:pt x="164" y="92"/>
                  </a:lnTo>
                  <a:lnTo>
                    <a:pt x="174" y="68"/>
                  </a:lnTo>
                  <a:lnTo>
                    <a:pt x="174" y="68"/>
                  </a:lnTo>
                  <a:lnTo>
                    <a:pt x="186" y="42"/>
                  </a:lnTo>
                  <a:lnTo>
                    <a:pt x="192" y="20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82" y="18"/>
                  </a:lnTo>
                  <a:lnTo>
                    <a:pt x="172" y="36"/>
                  </a:lnTo>
                  <a:lnTo>
                    <a:pt x="162" y="62"/>
                  </a:lnTo>
                  <a:lnTo>
                    <a:pt x="162" y="62"/>
                  </a:lnTo>
                  <a:lnTo>
                    <a:pt x="150" y="88"/>
                  </a:lnTo>
                  <a:lnTo>
                    <a:pt x="138" y="108"/>
                  </a:lnTo>
                  <a:lnTo>
                    <a:pt x="104" y="154"/>
                  </a:lnTo>
                  <a:lnTo>
                    <a:pt x="104" y="154"/>
                  </a:lnTo>
                  <a:lnTo>
                    <a:pt x="96" y="168"/>
                  </a:lnTo>
                  <a:lnTo>
                    <a:pt x="88" y="182"/>
                  </a:lnTo>
                  <a:lnTo>
                    <a:pt x="84" y="198"/>
                  </a:lnTo>
                  <a:lnTo>
                    <a:pt x="80" y="212"/>
                  </a:lnTo>
                  <a:lnTo>
                    <a:pt x="76" y="242"/>
                  </a:lnTo>
                  <a:lnTo>
                    <a:pt x="72" y="268"/>
                  </a:lnTo>
                  <a:lnTo>
                    <a:pt x="72" y="268"/>
                  </a:lnTo>
                  <a:lnTo>
                    <a:pt x="66" y="290"/>
                  </a:lnTo>
                  <a:lnTo>
                    <a:pt x="56" y="312"/>
                  </a:lnTo>
                  <a:lnTo>
                    <a:pt x="44" y="332"/>
                  </a:lnTo>
                  <a:lnTo>
                    <a:pt x="30" y="354"/>
                  </a:lnTo>
                  <a:lnTo>
                    <a:pt x="30" y="354"/>
                  </a:lnTo>
                  <a:lnTo>
                    <a:pt x="22" y="366"/>
                  </a:lnTo>
                  <a:lnTo>
                    <a:pt x="16" y="378"/>
                  </a:lnTo>
                  <a:lnTo>
                    <a:pt x="6" y="402"/>
                  </a:lnTo>
                  <a:lnTo>
                    <a:pt x="2" y="422"/>
                  </a:lnTo>
                  <a:lnTo>
                    <a:pt x="0" y="430"/>
                  </a:lnTo>
                  <a:lnTo>
                    <a:pt x="28" y="44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Freeform 152"/>
            <p:cNvSpPr/>
            <p:nvPr/>
          </p:nvSpPr>
          <p:spPr bwMode="auto">
            <a:xfrm>
              <a:off x="4730750" y="2886075"/>
              <a:ext cx="66675" cy="155575"/>
            </a:xfrm>
            <a:custGeom>
              <a:avLst/>
              <a:gdLst/>
              <a:ahLst/>
              <a:cxnLst>
                <a:cxn ang="0">
                  <a:pos x="12" y="44"/>
                </a:cxn>
                <a:cxn ang="0">
                  <a:pos x="12" y="44"/>
                </a:cxn>
                <a:cxn ang="0">
                  <a:pos x="6" y="60"/>
                </a:cxn>
                <a:cxn ang="0">
                  <a:pos x="2" y="76"/>
                </a:cxn>
                <a:cxn ang="0">
                  <a:pos x="0" y="88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8" y="92"/>
                </a:cxn>
                <a:cxn ang="0">
                  <a:pos x="16" y="82"/>
                </a:cxn>
                <a:cxn ang="0">
                  <a:pos x="24" y="68"/>
                </a:cxn>
                <a:cxn ang="0">
                  <a:pos x="32" y="54"/>
                </a:cxn>
                <a:cxn ang="0">
                  <a:pos x="32" y="54"/>
                </a:cxn>
                <a:cxn ang="0">
                  <a:pos x="36" y="38"/>
                </a:cxn>
                <a:cxn ang="0">
                  <a:pos x="40" y="22"/>
                </a:cxn>
                <a:cxn ang="0">
                  <a:pos x="42" y="1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4" y="6"/>
                </a:cxn>
                <a:cxn ang="0">
                  <a:pos x="26" y="16"/>
                </a:cxn>
                <a:cxn ang="0">
                  <a:pos x="18" y="30"/>
                </a:cxn>
                <a:cxn ang="0">
                  <a:pos x="12" y="44"/>
                </a:cxn>
                <a:cxn ang="0">
                  <a:pos x="12" y="44"/>
                </a:cxn>
              </a:cxnLst>
              <a:rect l="0" t="0" r="r" b="b"/>
              <a:pathLst>
                <a:path w="42" h="98">
                  <a:moveTo>
                    <a:pt x="12" y="44"/>
                  </a:moveTo>
                  <a:lnTo>
                    <a:pt x="12" y="44"/>
                  </a:lnTo>
                  <a:lnTo>
                    <a:pt x="6" y="60"/>
                  </a:lnTo>
                  <a:lnTo>
                    <a:pt x="2" y="76"/>
                  </a:lnTo>
                  <a:lnTo>
                    <a:pt x="0" y="8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8" y="92"/>
                  </a:lnTo>
                  <a:lnTo>
                    <a:pt x="16" y="82"/>
                  </a:lnTo>
                  <a:lnTo>
                    <a:pt x="24" y="68"/>
                  </a:lnTo>
                  <a:lnTo>
                    <a:pt x="32" y="54"/>
                  </a:lnTo>
                  <a:lnTo>
                    <a:pt x="32" y="54"/>
                  </a:lnTo>
                  <a:lnTo>
                    <a:pt x="36" y="38"/>
                  </a:lnTo>
                  <a:lnTo>
                    <a:pt x="40" y="22"/>
                  </a:lnTo>
                  <a:lnTo>
                    <a:pt x="42" y="1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4" y="6"/>
                  </a:lnTo>
                  <a:lnTo>
                    <a:pt x="26" y="16"/>
                  </a:lnTo>
                  <a:lnTo>
                    <a:pt x="18" y="30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Freeform 153"/>
            <p:cNvSpPr/>
            <p:nvPr/>
          </p:nvSpPr>
          <p:spPr bwMode="auto">
            <a:xfrm>
              <a:off x="4616450" y="3092450"/>
              <a:ext cx="768350" cy="346075"/>
            </a:xfrm>
            <a:custGeom>
              <a:avLst/>
              <a:gdLst/>
              <a:ahLst/>
              <a:cxnLst>
                <a:cxn ang="0">
                  <a:pos x="456" y="2"/>
                </a:cxn>
                <a:cxn ang="0">
                  <a:pos x="434" y="4"/>
                </a:cxn>
                <a:cxn ang="0">
                  <a:pos x="384" y="22"/>
                </a:cxn>
                <a:cxn ang="0">
                  <a:pos x="384" y="22"/>
                </a:cxn>
                <a:cxn ang="0">
                  <a:pos x="350" y="36"/>
                </a:cxn>
                <a:cxn ang="0">
                  <a:pos x="282" y="46"/>
                </a:cxn>
                <a:cxn ang="0">
                  <a:pos x="268" y="50"/>
                </a:cxn>
                <a:cxn ang="0">
                  <a:pos x="232" y="64"/>
                </a:cxn>
                <a:cxn ang="0">
                  <a:pos x="192" y="92"/>
                </a:cxn>
                <a:cxn ang="0">
                  <a:pos x="174" y="106"/>
                </a:cxn>
                <a:cxn ang="0">
                  <a:pos x="136" y="124"/>
                </a:cxn>
                <a:cxn ang="0">
                  <a:pos x="88" y="134"/>
                </a:cxn>
                <a:cxn ang="0">
                  <a:pos x="74" y="138"/>
                </a:cxn>
                <a:cxn ang="0">
                  <a:pos x="36" y="154"/>
                </a:cxn>
                <a:cxn ang="0">
                  <a:pos x="8" y="170"/>
                </a:cxn>
                <a:cxn ang="0">
                  <a:pos x="4" y="182"/>
                </a:cxn>
                <a:cxn ang="0">
                  <a:pos x="28" y="216"/>
                </a:cxn>
                <a:cxn ang="0">
                  <a:pos x="36" y="214"/>
                </a:cxn>
                <a:cxn ang="0">
                  <a:pos x="84" y="200"/>
                </a:cxn>
                <a:cxn ang="0">
                  <a:pos x="110" y="184"/>
                </a:cxn>
                <a:cxn ang="0">
                  <a:pos x="130" y="170"/>
                </a:cxn>
                <a:cxn ang="0">
                  <a:pos x="170" y="150"/>
                </a:cxn>
                <a:cxn ang="0">
                  <a:pos x="212" y="140"/>
                </a:cxn>
                <a:cxn ang="0">
                  <a:pos x="236" y="138"/>
                </a:cxn>
                <a:cxn ang="0">
                  <a:pos x="284" y="124"/>
                </a:cxn>
                <a:cxn ang="0">
                  <a:pos x="308" y="110"/>
                </a:cxn>
                <a:cxn ang="0">
                  <a:pos x="336" y="90"/>
                </a:cxn>
                <a:cxn ang="0">
                  <a:pos x="380" y="62"/>
                </a:cxn>
                <a:cxn ang="0">
                  <a:pos x="398" y="54"/>
                </a:cxn>
                <a:cxn ang="0">
                  <a:pos x="444" y="32"/>
                </a:cxn>
                <a:cxn ang="0">
                  <a:pos x="462" y="20"/>
                </a:cxn>
                <a:cxn ang="0">
                  <a:pos x="456" y="2"/>
                </a:cxn>
              </a:cxnLst>
              <a:rect l="0" t="0" r="r" b="b"/>
              <a:pathLst>
                <a:path w="484" h="218">
                  <a:moveTo>
                    <a:pt x="456" y="2"/>
                  </a:moveTo>
                  <a:lnTo>
                    <a:pt x="456" y="2"/>
                  </a:lnTo>
                  <a:lnTo>
                    <a:pt x="448" y="2"/>
                  </a:lnTo>
                  <a:lnTo>
                    <a:pt x="434" y="4"/>
                  </a:lnTo>
                  <a:lnTo>
                    <a:pt x="410" y="12"/>
                  </a:lnTo>
                  <a:lnTo>
                    <a:pt x="384" y="22"/>
                  </a:lnTo>
                  <a:lnTo>
                    <a:pt x="384" y="22"/>
                  </a:lnTo>
                  <a:lnTo>
                    <a:pt x="384" y="22"/>
                  </a:lnTo>
                  <a:lnTo>
                    <a:pt x="366" y="30"/>
                  </a:lnTo>
                  <a:lnTo>
                    <a:pt x="350" y="36"/>
                  </a:lnTo>
                  <a:lnTo>
                    <a:pt x="314" y="42"/>
                  </a:lnTo>
                  <a:lnTo>
                    <a:pt x="282" y="46"/>
                  </a:lnTo>
                  <a:lnTo>
                    <a:pt x="282" y="46"/>
                  </a:lnTo>
                  <a:lnTo>
                    <a:pt x="268" y="50"/>
                  </a:lnTo>
                  <a:lnTo>
                    <a:pt x="256" y="54"/>
                  </a:lnTo>
                  <a:lnTo>
                    <a:pt x="232" y="64"/>
                  </a:lnTo>
                  <a:lnTo>
                    <a:pt x="212" y="78"/>
                  </a:lnTo>
                  <a:lnTo>
                    <a:pt x="192" y="92"/>
                  </a:lnTo>
                  <a:lnTo>
                    <a:pt x="174" y="106"/>
                  </a:lnTo>
                  <a:lnTo>
                    <a:pt x="174" y="106"/>
                  </a:lnTo>
                  <a:lnTo>
                    <a:pt x="156" y="116"/>
                  </a:lnTo>
                  <a:lnTo>
                    <a:pt x="136" y="124"/>
                  </a:lnTo>
                  <a:lnTo>
                    <a:pt x="114" y="130"/>
                  </a:lnTo>
                  <a:lnTo>
                    <a:pt x="88" y="134"/>
                  </a:lnTo>
                  <a:lnTo>
                    <a:pt x="88" y="134"/>
                  </a:lnTo>
                  <a:lnTo>
                    <a:pt x="74" y="138"/>
                  </a:lnTo>
                  <a:lnTo>
                    <a:pt x="60" y="142"/>
                  </a:lnTo>
                  <a:lnTo>
                    <a:pt x="36" y="154"/>
                  </a:lnTo>
                  <a:lnTo>
                    <a:pt x="18" y="164"/>
                  </a:lnTo>
                  <a:lnTo>
                    <a:pt x="8" y="170"/>
                  </a:lnTo>
                  <a:lnTo>
                    <a:pt x="0" y="174"/>
                  </a:lnTo>
                  <a:lnTo>
                    <a:pt x="4" y="182"/>
                  </a:lnTo>
                  <a:lnTo>
                    <a:pt x="18" y="218"/>
                  </a:lnTo>
                  <a:lnTo>
                    <a:pt x="28" y="216"/>
                  </a:lnTo>
                  <a:lnTo>
                    <a:pt x="28" y="216"/>
                  </a:lnTo>
                  <a:lnTo>
                    <a:pt x="36" y="214"/>
                  </a:lnTo>
                  <a:lnTo>
                    <a:pt x="56" y="208"/>
                  </a:lnTo>
                  <a:lnTo>
                    <a:pt x="84" y="200"/>
                  </a:lnTo>
                  <a:lnTo>
                    <a:pt x="96" y="192"/>
                  </a:lnTo>
                  <a:lnTo>
                    <a:pt x="110" y="184"/>
                  </a:lnTo>
                  <a:lnTo>
                    <a:pt x="110" y="184"/>
                  </a:lnTo>
                  <a:lnTo>
                    <a:pt x="130" y="170"/>
                  </a:lnTo>
                  <a:lnTo>
                    <a:pt x="150" y="158"/>
                  </a:lnTo>
                  <a:lnTo>
                    <a:pt x="170" y="150"/>
                  </a:lnTo>
                  <a:lnTo>
                    <a:pt x="190" y="144"/>
                  </a:lnTo>
                  <a:lnTo>
                    <a:pt x="212" y="140"/>
                  </a:lnTo>
                  <a:lnTo>
                    <a:pt x="212" y="140"/>
                  </a:lnTo>
                  <a:lnTo>
                    <a:pt x="236" y="138"/>
                  </a:lnTo>
                  <a:lnTo>
                    <a:pt x="260" y="132"/>
                  </a:lnTo>
                  <a:lnTo>
                    <a:pt x="284" y="124"/>
                  </a:lnTo>
                  <a:lnTo>
                    <a:pt x="296" y="118"/>
                  </a:lnTo>
                  <a:lnTo>
                    <a:pt x="308" y="110"/>
                  </a:lnTo>
                  <a:lnTo>
                    <a:pt x="336" y="90"/>
                  </a:lnTo>
                  <a:lnTo>
                    <a:pt x="336" y="90"/>
                  </a:lnTo>
                  <a:lnTo>
                    <a:pt x="364" y="70"/>
                  </a:lnTo>
                  <a:lnTo>
                    <a:pt x="380" y="62"/>
                  </a:lnTo>
                  <a:lnTo>
                    <a:pt x="398" y="54"/>
                  </a:lnTo>
                  <a:lnTo>
                    <a:pt x="398" y="54"/>
                  </a:lnTo>
                  <a:lnTo>
                    <a:pt x="424" y="44"/>
                  </a:lnTo>
                  <a:lnTo>
                    <a:pt x="444" y="32"/>
                  </a:lnTo>
                  <a:lnTo>
                    <a:pt x="458" y="24"/>
                  </a:lnTo>
                  <a:lnTo>
                    <a:pt x="462" y="20"/>
                  </a:lnTo>
                  <a:lnTo>
                    <a:pt x="484" y="0"/>
                  </a:lnTo>
                  <a:lnTo>
                    <a:pt x="456" y="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Freeform 154"/>
            <p:cNvSpPr/>
            <p:nvPr/>
          </p:nvSpPr>
          <p:spPr bwMode="auto">
            <a:xfrm>
              <a:off x="4638675" y="3111500"/>
              <a:ext cx="701675" cy="307975"/>
            </a:xfrm>
            <a:custGeom>
              <a:avLst/>
              <a:gdLst/>
              <a:ahLst/>
              <a:cxnLst>
                <a:cxn ang="0">
                  <a:pos x="12" y="194"/>
                </a:cxn>
                <a:cxn ang="0">
                  <a:pos x="12" y="194"/>
                </a:cxn>
                <a:cxn ang="0">
                  <a:pos x="20" y="192"/>
                </a:cxn>
                <a:cxn ang="0">
                  <a:pos x="40" y="188"/>
                </a:cxn>
                <a:cxn ang="0">
                  <a:pos x="64" y="178"/>
                </a:cxn>
                <a:cxn ang="0">
                  <a:pos x="76" y="172"/>
                </a:cxn>
                <a:cxn ang="0">
                  <a:pos x="88" y="164"/>
                </a:cxn>
                <a:cxn ang="0">
                  <a:pos x="88" y="164"/>
                </a:cxn>
                <a:cxn ang="0">
                  <a:pos x="110" y="150"/>
                </a:cxn>
                <a:cxn ang="0">
                  <a:pos x="130" y="138"/>
                </a:cxn>
                <a:cxn ang="0">
                  <a:pos x="152" y="128"/>
                </a:cxn>
                <a:cxn ang="0">
                  <a:pos x="174" y="122"/>
                </a:cxn>
                <a:cxn ang="0">
                  <a:pos x="174" y="122"/>
                </a:cxn>
                <a:cxn ang="0">
                  <a:pos x="200" y="118"/>
                </a:cxn>
                <a:cxn ang="0">
                  <a:pos x="230" y="114"/>
                </a:cxn>
                <a:cxn ang="0">
                  <a:pos x="244" y="110"/>
                </a:cxn>
                <a:cxn ang="0">
                  <a:pos x="260" y="106"/>
                </a:cxn>
                <a:cxn ang="0">
                  <a:pos x="274" y="98"/>
                </a:cxn>
                <a:cxn ang="0">
                  <a:pos x="288" y="90"/>
                </a:cxn>
                <a:cxn ang="0">
                  <a:pos x="288" y="90"/>
                </a:cxn>
                <a:cxn ang="0">
                  <a:pos x="334" y="56"/>
                </a:cxn>
                <a:cxn ang="0">
                  <a:pos x="354" y="44"/>
                </a:cxn>
                <a:cxn ang="0">
                  <a:pos x="380" y="32"/>
                </a:cxn>
                <a:cxn ang="0">
                  <a:pos x="380" y="32"/>
                </a:cxn>
                <a:cxn ang="0">
                  <a:pos x="406" y="22"/>
                </a:cxn>
                <a:cxn ang="0">
                  <a:pos x="424" y="12"/>
                </a:cxn>
                <a:cxn ang="0">
                  <a:pos x="442" y="0"/>
                </a:cxn>
                <a:cxn ang="0">
                  <a:pos x="442" y="0"/>
                </a:cxn>
                <a:cxn ang="0">
                  <a:pos x="442" y="0"/>
                </a:cxn>
                <a:cxn ang="0">
                  <a:pos x="422" y="2"/>
                </a:cxn>
                <a:cxn ang="0">
                  <a:pos x="400" y="8"/>
                </a:cxn>
                <a:cxn ang="0">
                  <a:pos x="374" y="20"/>
                </a:cxn>
                <a:cxn ang="0">
                  <a:pos x="374" y="20"/>
                </a:cxn>
                <a:cxn ang="0">
                  <a:pos x="350" y="30"/>
                </a:cxn>
                <a:cxn ang="0">
                  <a:pos x="326" y="36"/>
                </a:cxn>
                <a:cxn ang="0">
                  <a:pos x="270" y="44"/>
                </a:cxn>
                <a:cxn ang="0">
                  <a:pos x="270" y="44"/>
                </a:cxn>
                <a:cxn ang="0">
                  <a:pos x="254" y="48"/>
                </a:cxn>
                <a:cxn ang="0">
                  <a:pos x="238" y="54"/>
                </a:cxn>
                <a:cxn ang="0">
                  <a:pos x="224" y="62"/>
                </a:cxn>
                <a:cxn ang="0">
                  <a:pos x="210" y="70"/>
                </a:cxn>
                <a:cxn ang="0">
                  <a:pos x="186" y="86"/>
                </a:cxn>
                <a:cxn ang="0">
                  <a:pos x="166" y="102"/>
                </a:cxn>
                <a:cxn ang="0">
                  <a:pos x="166" y="102"/>
                </a:cxn>
                <a:cxn ang="0">
                  <a:pos x="146" y="114"/>
                </a:cxn>
                <a:cxn ang="0">
                  <a:pos x="124" y="122"/>
                </a:cxn>
                <a:cxn ang="0">
                  <a:pos x="102" y="128"/>
                </a:cxn>
                <a:cxn ang="0">
                  <a:pos x="76" y="132"/>
                </a:cxn>
                <a:cxn ang="0">
                  <a:pos x="76" y="132"/>
                </a:cxn>
                <a:cxn ang="0">
                  <a:pos x="62" y="136"/>
                </a:cxn>
                <a:cxn ang="0">
                  <a:pos x="48" y="140"/>
                </a:cxn>
                <a:cxn ang="0">
                  <a:pos x="24" y="152"/>
                </a:cxn>
                <a:cxn ang="0">
                  <a:pos x="8" y="162"/>
                </a:cxn>
                <a:cxn ang="0">
                  <a:pos x="0" y="166"/>
                </a:cxn>
                <a:cxn ang="0">
                  <a:pos x="12" y="194"/>
                </a:cxn>
              </a:cxnLst>
              <a:rect l="0" t="0" r="r" b="b"/>
              <a:pathLst>
                <a:path w="442" h="194">
                  <a:moveTo>
                    <a:pt x="12" y="194"/>
                  </a:moveTo>
                  <a:lnTo>
                    <a:pt x="12" y="194"/>
                  </a:lnTo>
                  <a:lnTo>
                    <a:pt x="20" y="192"/>
                  </a:lnTo>
                  <a:lnTo>
                    <a:pt x="40" y="188"/>
                  </a:lnTo>
                  <a:lnTo>
                    <a:pt x="64" y="178"/>
                  </a:lnTo>
                  <a:lnTo>
                    <a:pt x="76" y="172"/>
                  </a:lnTo>
                  <a:lnTo>
                    <a:pt x="88" y="164"/>
                  </a:lnTo>
                  <a:lnTo>
                    <a:pt x="88" y="164"/>
                  </a:lnTo>
                  <a:lnTo>
                    <a:pt x="110" y="150"/>
                  </a:lnTo>
                  <a:lnTo>
                    <a:pt x="130" y="138"/>
                  </a:lnTo>
                  <a:lnTo>
                    <a:pt x="152" y="128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200" y="118"/>
                  </a:lnTo>
                  <a:lnTo>
                    <a:pt x="230" y="114"/>
                  </a:lnTo>
                  <a:lnTo>
                    <a:pt x="244" y="110"/>
                  </a:lnTo>
                  <a:lnTo>
                    <a:pt x="260" y="106"/>
                  </a:lnTo>
                  <a:lnTo>
                    <a:pt x="274" y="98"/>
                  </a:lnTo>
                  <a:lnTo>
                    <a:pt x="288" y="90"/>
                  </a:lnTo>
                  <a:lnTo>
                    <a:pt x="288" y="90"/>
                  </a:lnTo>
                  <a:lnTo>
                    <a:pt x="334" y="56"/>
                  </a:lnTo>
                  <a:lnTo>
                    <a:pt x="354" y="44"/>
                  </a:lnTo>
                  <a:lnTo>
                    <a:pt x="380" y="32"/>
                  </a:lnTo>
                  <a:lnTo>
                    <a:pt x="380" y="32"/>
                  </a:lnTo>
                  <a:lnTo>
                    <a:pt x="406" y="22"/>
                  </a:lnTo>
                  <a:lnTo>
                    <a:pt x="424" y="12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22" y="2"/>
                  </a:lnTo>
                  <a:lnTo>
                    <a:pt x="400" y="8"/>
                  </a:lnTo>
                  <a:lnTo>
                    <a:pt x="374" y="20"/>
                  </a:lnTo>
                  <a:lnTo>
                    <a:pt x="374" y="20"/>
                  </a:lnTo>
                  <a:lnTo>
                    <a:pt x="350" y="30"/>
                  </a:lnTo>
                  <a:lnTo>
                    <a:pt x="326" y="36"/>
                  </a:lnTo>
                  <a:lnTo>
                    <a:pt x="270" y="44"/>
                  </a:lnTo>
                  <a:lnTo>
                    <a:pt x="270" y="44"/>
                  </a:lnTo>
                  <a:lnTo>
                    <a:pt x="254" y="48"/>
                  </a:lnTo>
                  <a:lnTo>
                    <a:pt x="238" y="54"/>
                  </a:lnTo>
                  <a:lnTo>
                    <a:pt x="224" y="62"/>
                  </a:lnTo>
                  <a:lnTo>
                    <a:pt x="210" y="70"/>
                  </a:lnTo>
                  <a:lnTo>
                    <a:pt x="186" y="86"/>
                  </a:lnTo>
                  <a:lnTo>
                    <a:pt x="166" y="102"/>
                  </a:lnTo>
                  <a:lnTo>
                    <a:pt x="166" y="102"/>
                  </a:lnTo>
                  <a:lnTo>
                    <a:pt x="146" y="114"/>
                  </a:lnTo>
                  <a:lnTo>
                    <a:pt x="124" y="122"/>
                  </a:lnTo>
                  <a:lnTo>
                    <a:pt x="102" y="128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62" y="136"/>
                  </a:lnTo>
                  <a:lnTo>
                    <a:pt x="48" y="140"/>
                  </a:lnTo>
                  <a:lnTo>
                    <a:pt x="24" y="152"/>
                  </a:lnTo>
                  <a:lnTo>
                    <a:pt x="8" y="162"/>
                  </a:lnTo>
                  <a:lnTo>
                    <a:pt x="0" y="166"/>
                  </a:lnTo>
                  <a:lnTo>
                    <a:pt x="12" y="19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Freeform 155"/>
            <p:cNvSpPr/>
            <p:nvPr/>
          </p:nvSpPr>
          <p:spPr bwMode="auto">
            <a:xfrm>
              <a:off x="4959350" y="3203575"/>
              <a:ext cx="155575" cy="66675"/>
            </a:xfrm>
            <a:custGeom>
              <a:avLst/>
              <a:gdLst/>
              <a:ahLst/>
              <a:cxnLst>
                <a:cxn ang="0">
                  <a:pos x="44" y="10"/>
                </a:cxn>
                <a:cxn ang="0">
                  <a:pos x="44" y="10"/>
                </a:cxn>
                <a:cxn ang="0">
                  <a:pos x="30" y="18"/>
                </a:cxn>
                <a:cxn ang="0">
                  <a:pos x="16" y="26"/>
                </a:cxn>
                <a:cxn ang="0">
                  <a:pos x="6" y="3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42"/>
                </a:cxn>
                <a:cxn ang="0">
                  <a:pos x="22" y="40"/>
                </a:cxn>
                <a:cxn ang="0">
                  <a:pos x="38" y="36"/>
                </a:cxn>
                <a:cxn ang="0">
                  <a:pos x="54" y="30"/>
                </a:cxn>
                <a:cxn ang="0">
                  <a:pos x="54" y="30"/>
                </a:cxn>
                <a:cxn ang="0">
                  <a:pos x="68" y="24"/>
                </a:cxn>
                <a:cxn ang="0">
                  <a:pos x="82" y="16"/>
                </a:cxn>
                <a:cxn ang="0">
                  <a:pos x="92" y="8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88" y="0"/>
                </a:cxn>
                <a:cxn ang="0">
                  <a:pos x="76" y="2"/>
                </a:cxn>
                <a:cxn ang="0">
                  <a:pos x="60" y="6"/>
                </a:cxn>
                <a:cxn ang="0">
                  <a:pos x="44" y="10"/>
                </a:cxn>
                <a:cxn ang="0">
                  <a:pos x="44" y="10"/>
                </a:cxn>
              </a:cxnLst>
              <a:rect l="0" t="0" r="r" b="b"/>
              <a:pathLst>
                <a:path w="98" h="42">
                  <a:moveTo>
                    <a:pt x="44" y="10"/>
                  </a:moveTo>
                  <a:lnTo>
                    <a:pt x="44" y="10"/>
                  </a:lnTo>
                  <a:lnTo>
                    <a:pt x="30" y="18"/>
                  </a:lnTo>
                  <a:lnTo>
                    <a:pt x="16" y="26"/>
                  </a:lnTo>
                  <a:lnTo>
                    <a:pt x="6" y="34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0" y="42"/>
                  </a:lnTo>
                  <a:lnTo>
                    <a:pt x="22" y="40"/>
                  </a:lnTo>
                  <a:lnTo>
                    <a:pt x="38" y="36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68" y="24"/>
                  </a:lnTo>
                  <a:lnTo>
                    <a:pt x="82" y="16"/>
                  </a:lnTo>
                  <a:lnTo>
                    <a:pt x="92" y="8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88" y="0"/>
                  </a:lnTo>
                  <a:lnTo>
                    <a:pt x="76" y="2"/>
                  </a:lnTo>
                  <a:lnTo>
                    <a:pt x="60" y="6"/>
                  </a:lnTo>
                  <a:lnTo>
                    <a:pt x="44" y="10"/>
                  </a:lnTo>
                  <a:lnTo>
                    <a:pt x="44" y="1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Freeform 156"/>
            <p:cNvSpPr/>
            <p:nvPr/>
          </p:nvSpPr>
          <p:spPr bwMode="auto">
            <a:xfrm>
              <a:off x="4616450" y="3419475"/>
              <a:ext cx="768350" cy="346075"/>
            </a:xfrm>
            <a:custGeom>
              <a:avLst/>
              <a:gdLst/>
              <a:ahLst/>
              <a:cxnLst>
                <a:cxn ang="0">
                  <a:pos x="462" y="198"/>
                </a:cxn>
                <a:cxn ang="0">
                  <a:pos x="444" y="186"/>
                </a:cxn>
                <a:cxn ang="0">
                  <a:pos x="398" y="164"/>
                </a:cxn>
                <a:cxn ang="0">
                  <a:pos x="398" y="164"/>
                </a:cxn>
                <a:cxn ang="0">
                  <a:pos x="364" y="148"/>
                </a:cxn>
                <a:cxn ang="0">
                  <a:pos x="308" y="108"/>
                </a:cxn>
                <a:cxn ang="0">
                  <a:pos x="296" y="100"/>
                </a:cxn>
                <a:cxn ang="0">
                  <a:pos x="260" y="86"/>
                </a:cxn>
                <a:cxn ang="0">
                  <a:pos x="212" y="78"/>
                </a:cxn>
                <a:cxn ang="0">
                  <a:pos x="190" y="74"/>
                </a:cxn>
                <a:cxn ang="0">
                  <a:pos x="150" y="60"/>
                </a:cxn>
                <a:cxn ang="0">
                  <a:pos x="110" y="34"/>
                </a:cxn>
                <a:cxn ang="0">
                  <a:pos x="96" y="26"/>
                </a:cxn>
                <a:cxn ang="0">
                  <a:pos x="58" y="10"/>
                </a:cxn>
                <a:cxn ang="0">
                  <a:pos x="28" y="2"/>
                </a:cxn>
                <a:cxn ang="0">
                  <a:pos x="16" y="8"/>
                </a:cxn>
                <a:cxn ang="0">
                  <a:pos x="8" y="48"/>
                </a:cxn>
                <a:cxn ang="0">
                  <a:pos x="16" y="54"/>
                </a:cxn>
                <a:cxn ang="0">
                  <a:pos x="60" y="76"/>
                </a:cxn>
                <a:cxn ang="0">
                  <a:pos x="88" y="84"/>
                </a:cxn>
                <a:cxn ang="0">
                  <a:pos x="114" y="88"/>
                </a:cxn>
                <a:cxn ang="0">
                  <a:pos x="156" y="102"/>
                </a:cxn>
                <a:cxn ang="0">
                  <a:pos x="192" y="126"/>
                </a:cxn>
                <a:cxn ang="0">
                  <a:pos x="212" y="140"/>
                </a:cxn>
                <a:cxn ang="0">
                  <a:pos x="256" y="164"/>
                </a:cxn>
                <a:cxn ang="0">
                  <a:pos x="282" y="172"/>
                </a:cxn>
                <a:cxn ang="0">
                  <a:pos x="314" y="176"/>
                </a:cxn>
                <a:cxn ang="0">
                  <a:pos x="366" y="188"/>
                </a:cxn>
                <a:cxn ang="0">
                  <a:pos x="384" y="196"/>
                </a:cxn>
                <a:cxn ang="0">
                  <a:pos x="434" y="214"/>
                </a:cxn>
                <a:cxn ang="0">
                  <a:pos x="456" y="216"/>
                </a:cxn>
                <a:cxn ang="0">
                  <a:pos x="462" y="198"/>
                </a:cxn>
              </a:cxnLst>
              <a:rect l="0" t="0" r="r" b="b"/>
              <a:pathLst>
                <a:path w="484" h="218">
                  <a:moveTo>
                    <a:pt x="462" y="198"/>
                  </a:moveTo>
                  <a:lnTo>
                    <a:pt x="462" y="198"/>
                  </a:lnTo>
                  <a:lnTo>
                    <a:pt x="458" y="194"/>
                  </a:lnTo>
                  <a:lnTo>
                    <a:pt x="444" y="186"/>
                  </a:lnTo>
                  <a:lnTo>
                    <a:pt x="424" y="174"/>
                  </a:lnTo>
                  <a:lnTo>
                    <a:pt x="398" y="164"/>
                  </a:lnTo>
                  <a:lnTo>
                    <a:pt x="398" y="164"/>
                  </a:lnTo>
                  <a:lnTo>
                    <a:pt x="398" y="164"/>
                  </a:lnTo>
                  <a:lnTo>
                    <a:pt x="380" y="156"/>
                  </a:lnTo>
                  <a:lnTo>
                    <a:pt x="364" y="148"/>
                  </a:lnTo>
                  <a:lnTo>
                    <a:pt x="336" y="128"/>
                  </a:lnTo>
                  <a:lnTo>
                    <a:pt x="308" y="108"/>
                  </a:lnTo>
                  <a:lnTo>
                    <a:pt x="308" y="108"/>
                  </a:lnTo>
                  <a:lnTo>
                    <a:pt x="296" y="100"/>
                  </a:lnTo>
                  <a:lnTo>
                    <a:pt x="284" y="94"/>
                  </a:lnTo>
                  <a:lnTo>
                    <a:pt x="260" y="86"/>
                  </a:lnTo>
                  <a:lnTo>
                    <a:pt x="236" y="80"/>
                  </a:lnTo>
                  <a:lnTo>
                    <a:pt x="212" y="78"/>
                  </a:lnTo>
                  <a:lnTo>
                    <a:pt x="190" y="74"/>
                  </a:lnTo>
                  <a:lnTo>
                    <a:pt x="190" y="74"/>
                  </a:lnTo>
                  <a:lnTo>
                    <a:pt x="170" y="68"/>
                  </a:lnTo>
                  <a:lnTo>
                    <a:pt x="150" y="60"/>
                  </a:lnTo>
                  <a:lnTo>
                    <a:pt x="130" y="48"/>
                  </a:lnTo>
                  <a:lnTo>
                    <a:pt x="110" y="34"/>
                  </a:lnTo>
                  <a:lnTo>
                    <a:pt x="110" y="34"/>
                  </a:lnTo>
                  <a:lnTo>
                    <a:pt x="96" y="26"/>
                  </a:lnTo>
                  <a:lnTo>
                    <a:pt x="84" y="20"/>
                  </a:lnTo>
                  <a:lnTo>
                    <a:pt x="58" y="10"/>
                  </a:lnTo>
                  <a:lnTo>
                    <a:pt x="38" y="4"/>
                  </a:lnTo>
                  <a:lnTo>
                    <a:pt x="28" y="2"/>
                  </a:lnTo>
                  <a:lnTo>
                    <a:pt x="18" y="0"/>
                  </a:lnTo>
                  <a:lnTo>
                    <a:pt x="16" y="8"/>
                  </a:lnTo>
                  <a:lnTo>
                    <a:pt x="0" y="44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16" y="54"/>
                  </a:lnTo>
                  <a:lnTo>
                    <a:pt x="34" y="64"/>
                  </a:lnTo>
                  <a:lnTo>
                    <a:pt x="60" y="76"/>
                  </a:lnTo>
                  <a:lnTo>
                    <a:pt x="74" y="80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114" y="88"/>
                  </a:lnTo>
                  <a:lnTo>
                    <a:pt x="136" y="94"/>
                  </a:lnTo>
                  <a:lnTo>
                    <a:pt x="156" y="102"/>
                  </a:lnTo>
                  <a:lnTo>
                    <a:pt x="174" y="112"/>
                  </a:lnTo>
                  <a:lnTo>
                    <a:pt x="192" y="126"/>
                  </a:lnTo>
                  <a:lnTo>
                    <a:pt x="192" y="126"/>
                  </a:lnTo>
                  <a:lnTo>
                    <a:pt x="212" y="140"/>
                  </a:lnTo>
                  <a:lnTo>
                    <a:pt x="232" y="154"/>
                  </a:lnTo>
                  <a:lnTo>
                    <a:pt x="256" y="164"/>
                  </a:lnTo>
                  <a:lnTo>
                    <a:pt x="268" y="168"/>
                  </a:lnTo>
                  <a:lnTo>
                    <a:pt x="282" y="172"/>
                  </a:lnTo>
                  <a:lnTo>
                    <a:pt x="314" y="176"/>
                  </a:lnTo>
                  <a:lnTo>
                    <a:pt x="314" y="176"/>
                  </a:lnTo>
                  <a:lnTo>
                    <a:pt x="350" y="182"/>
                  </a:lnTo>
                  <a:lnTo>
                    <a:pt x="366" y="188"/>
                  </a:lnTo>
                  <a:lnTo>
                    <a:pt x="384" y="196"/>
                  </a:lnTo>
                  <a:lnTo>
                    <a:pt x="384" y="196"/>
                  </a:lnTo>
                  <a:lnTo>
                    <a:pt x="410" y="206"/>
                  </a:lnTo>
                  <a:lnTo>
                    <a:pt x="434" y="214"/>
                  </a:lnTo>
                  <a:lnTo>
                    <a:pt x="448" y="216"/>
                  </a:lnTo>
                  <a:lnTo>
                    <a:pt x="456" y="216"/>
                  </a:lnTo>
                  <a:lnTo>
                    <a:pt x="484" y="218"/>
                  </a:lnTo>
                  <a:lnTo>
                    <a:pt x="462" y="198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Freeform 157"/>
            <p:cNvSpPr/>
            <p:nvPr/>
          </p:nvSpPr>
          <p:spPr bwMode="auto">
            <a:xfrm>
              <a:off x="4638675" y="3438525"/>
              <a:ext cx="701675" cy="307975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0" y="28"/>
                </a:cxn>
                <a:cxn ang="0">
                  <a:pos x="8" y="32"/>
                </a:cxn>
                <a:cxn ang="0">
                  <a:pos x="24" y="42"/>
                </a:cxn>
                <a:cxn ang="0">
                  <a:pos x="48" y="54"/>
                </a:cxn>
                <a:cxn ang="0">
                  <a:pos x="62" y="58"/>
                </a:cxn>
                <a:cxn ang="0">
                  <a:pos x="76" y="62"/>
                </a:cxn>
                <a:cxn ang="0">
                  <a:pos x="76" y="62"/>
                </a:cxn>
                <a:cxn ang="0">
                  <a:pos x="102" y="66"/>
                </a:cxn>
                <a:cxn ang="0">
                  <a:pos x="124" y="72"/>
                </a:cxn>
                <a:cxn ang="0">
                  <a:pos x="146" y="80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86" y="108"/>
                </a:cxn>
                <a:cxn ang="0">
                  <a:pos x="210" y="124"/>
                </a:cxn>
                <a:cxn ang="0">
                  <a:pos x="224" y="132"/>
                </a:cxn>
                <a:cxn ang="0">
                  <a:pos x="238" y="140"/>
                </a:cxn>
                <a:cxn ang="0">
                  <a:pos x="254" y="146"/>
                </a:cxn>
                <a:cxn ang="0">
                  <a:pos x="270" y="150"/>
                </a:cxn>
                <a:cxn ang="0">
                  <a:pos x="270" y="150"/>
                </a:cxn>
                <a:cxn ang="0">
                  <a:pos x="326" y="158"/>
                </a:cxn>
                <a:cxn ang="0">
                  <a:pos x="350" y="164"/>
                </a:cxn>
                <a:cxn ang="0">
                  <a:pos x="374" y="174"/>
                </a:cxn>
                <a:cxn ang="0">
                  <a:pos x="374" y="174"/>
                </a:cxn>
                <a:cxn ang="0">
                  <a:pos x="400" y="186"/>
                </a:cxn>
                <a:cxn ang="0">
                  <a:pos x="422" y="192"/>
                </a:cxn>
                <a:cxn ang="0">
                  <a:pos x="442" y="194"/>
                </a:cxn>
                <a:cxn ang="0">
                  <a:pos x="442" y="194"/>
                </a:cxn>
                <a:cxn ang="0">
                  <a:pos x="442" y="194"/>
                </a:cxn>
                <a:cxn ang="0">
                  <a:pos x="424" y="182"/>
                </a:cxn>
                <a:cxn ang="0">
                  <a:pos x="406" y="172"/>
                </a:cxn>
                <a:cxn ang="0">
                  <a:pos x="380" y="162"/>
                </a:cxn>
                <a:cxn ang="0">
                  <a:pos x="380" y="162"/>
                </a:cxn>
                <a:cxn ang="0">
                  <a:pos x="354" y="150"/>
                </a:cxn>
                <a:cxn ang="0">
                  <a:pos x="334" y="138"/>
                </a:cxn>
                <a:cxn ang="0">
                  <a:pos x="288" y="104"/>
                </a:cxn>
                <a:cxn ang="0">
                  <a:pos x="288" y="104"/>
                </a:cxn>
                <a:cxn ang="0">
                  <a:pos x="274" y="96"/>
                </a:cxn>
                <a:cxn ang="0">
                  <a:pos x="260" y="88"/>
                </a:cxn>
                <a:cxn ang="0">
                  <a:pos x="244" y="84"/>
                </a:cxn>
                <a:cxn ang="0">
                  <a:pos x="230" y="80"/>
                </a:cxn>
                <a:cxn ang="0">
                  <a:pos x="200" y="76"/>
                </a:cxn>
                <a:cxn ang="0">
                  <a:pos x="174" y="72"/>
                </a:cxn>
                <a:cxn ang="0">
                  <a:pos x="174" y="72"/>
                </a:cxn>
                <a:cxn ang="0">
                  <a:pos x="152" y="66"/>
                </a:cxn>
                <a:cxn ang="0">
                  <a:pos x="130" y="56"/>
                </a:cxn>
                <a:cxn ang="0">
                  <a:pos x="110" y="44"/>
                </a:cxn>
                <a:cxn ang="0">
                  <a:pos x="88" y="30"/>
                </a:cxn>
                <a:cxn ang="0">
                  <a:pos x="88" y="30"/>
                </a:cxn>
                <a:cxn ang="0">
                  <a:pos x="76" y="22"/>
                </a:cxn>
                <a:cxn ang="0">
                  <a:pos x="64" y="16"/>
                </a:cxn>
                <a:cxn ang="0">
                  <a:pos x="40" y="6"/>
                </a:cxn>
                <a:cxn ang="0">
                  <a:pos x="20" y="2"/>
                </a:cxn>
                <a:cxn ang="0">
                  <a:pos x="12" y="0"/>
                </a:cxn>
                <a:cxn ang="0">
                  <a:pos x="0" y="28"/>
                </a:cxn>
              </a:cxnLst>
              <a:rect l="0" t="0" r="r" b="b"/>
              <a:pathLst>
                <a:path w="442" h="194">
                  <a:moveTo>
                    <a:pt x="0" y="28"/>
                  </a:moveTo>
                  <a:lnTo>
                    <a:pt x="0" y="28"/>
                  </a:lnTo>
                  <a:lnTo>
                    <a:pt x="8" y="32"/>
                  </a:lnTo>
                  <a:lnTo>
                    <a:pt x="24" y="42"/>
                  </a:lnTo>
                  <a:lnTo>
                    <a:pt x="48" y="54"/>
                  </a:lnTo>
                  <a:lnTo>
                    <a:pt x="62" y="58"/>
                  </a:lnTo>
                  <a:lnTo>
                    <a:pt x="76" y="62"/>
                  </a:lnTo>
                  <a:lnTo>
                    <a:pt x="76" y="62"/>
                  </a:lnTo>
                  <a:lnTo>
                    <a:pt x="102" y="66"/>
                  </a:lnTo>
                  <a:lnTo>
                    <a:pt x="124" y="72"/>
                  </a:lnTo>
                  <a:lnTo>
                    <a:pt x="146" y="80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86" y="108"/>
                  </a:lnTo>
                  <a:lnTo>
                    <a:pt x="210" y="124"/>
                  </a:lnTo>
                  <a:lnTo>
                    <a:pt x="224" y="132"/>
                  </a:lnTo>
                  <a:lnTo>
                    <a:pt x="238" y="140"/>
                  </a:lnTo>
                  <a:lnTo>
                    <a:pt x="254" y="146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326" y="158"/>
                  </a:lnTo>
                  <a:lnTo>
                    <a:pt x="350" y="164"/>
                  </a:lnTo>
                  <a:lnTo>
                    <a:pt x="374" y="174"/>
                  </a:lnTo>
                  <a:lnTo>
                    <a:pt x="374" y="174"/>
                  </a:lnTo>
                  <a:lnTo>
                    <a:pt x="400" y="186"/>
                  </a:lnTo>
                  <a:lnTo>
                    <a:pt x="422" y="192"/>
                  </a:lnTo>
                  <a:lnTo>
                    <a:pt x="442" y="194"/>
                  </a:lnTo>
                  <a:lnTo>
                    <a:pt x="442" y="194"/>
                  </a:lnTo>
                  <a:lnTo>
                    <a:pt x="442" y="194"/>
                  </a:lnTo>
                  <a:lnTo>
                    <a:pt x="424" y="182"/>
                  </a:lnTo>
                  <a:lnTo>
                    <a:pt x="406" y="172"/>
                  </a:lnTo>
                  <a:lnTo>
                    <a:pt x="380" y="162"/>
                  </a:lnTo>
                  <a:lnTo>
                    <a:pt x="380" y="162"/>
                  </a:lnTo>
                  <a:lnTo>
                    <a:pt x="354" y="150"/>
                  </a:lnTo>
                  <a:lnTo>
                    <a:pt x="334" y="138"/>
                  </a:lnTo>
                  <a:lnTo>
                    <a:pt x="288" y="104"/>
                  </a:lnTo>
                  <a:lnTo>
                    <a:pt x="288" y="104"/>
                  </a:lnTo>
                  <a:lnTo>
                    <a:pt x="274" y="96"/>
                  </a:lnTo>
                  <a:lnTo>
                    <a:pt x="260" y="88"/>
                  </a:lnTo>
                  <a:lnTo>
                    <a:pt x="244" y="84"/>
                  </a:lnTo>
                  <a:lnTo>
                    <a:pt x="230" y="80"/>
                  </a:lnTo>
                  <a:lnTo>
                    <a:pt x="200" y="76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52" y="66"/>
                  </a:lnTo>
                  <a:lnTo>
                    <a:pt x="130" y="56"/>
                  </a:lnTo>
                  <a:lnTo>
                    <a:pt x="110" y="44"/>
                  </a:lnTo>
                  <a:lnTo>
                    <a:pt x="88" y="30"/>
                  </a:lnTo>
                  <a:lnTo>
                    <a:pt x="88" y="30"/>
                  </a:lnTo>
                  <a:lnTo>
                    <a:pt x="76" y="22"/>
                  </a:lnTo>
                  <a:lnTo>
                    <a:pt x="64" y="16"/>
                  </a:lnTo>
                  <a:lnTo>
                    <a:pt x="40" y="6"/>
                  </a:lnTo>
                  <a:lnTo>
                    <a:pt x="20" y="2"/>
                  </a:lnTo>
                  <a:lnTo>
                    <a:pt x="12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Freeform 158"/>
            <p:cNvSpPr/>
            <p:nvPr/>
          </p:nvSpPr>
          <p:spPr bwMode="auto">
            <a:xfrm>
              <a:off x="4959350" y="3587750"/>
              <a:ext cx="155575" cy="66675"/>
            </a:xfrm>
            <a:custGeom>
              <a:avLst/>
              <a:gdLst/>
              <a:ahLst/>
              <a:cxnLst>
                <a:cxn ang="0">
                  <a:pos x="54" y="12"/>
                </a:cxn>
                <a:cxn ang="0">
                  <a:pos x="54" y="12"/>
                </a:cxn>
                <a:cxn ang="0">
                  <a:pos x="38" y="6"/>
                </a:cxn>
                <a:cxn ang="0">
                  <a:pos x="22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8"/>
                </a:cxn>
                <a:cxn ang="0">
                  <a:pos x="16" y="16"/>
                </a:cxn>
                <a:cxn ang="0">
                  <a:pos x="30" y="24"/>
                </a:cxn>
                <a:cxn ang="0">
                  <a:pos x="44" y="32"/>
                </a:cxn>
                <a:cxn ang="0">
                  <a:pos x="44" y="32"/>
                </a:cxn>
                <a:cxn ang="0">
                  <a:pos x="60" y="36"/>
                </a:cxn>
                <a:cxn ang="0">
                  <a:pos x="76" y="40"/>
                </a:cxn>
                <a:cxn ang="0">
                  <a:pos x="88" y="42"/>
                </a:cxn>
                <a:cxn ang="0">
                  <a:pos x="98" y="42"/>
                </a:cxn>
                <a:cxn ang="0">
                  <a:pos x="98" y="42"/>
                </a:cxn>
                <a:cxn ang="0">
                  <a:pos x="92" y="34"/>
                </a:cxn>
                <a:cxn ang="0">
                  <a:pos x="82" y="26"/>
                </a:cxn>
                <a:cxn ang="0">
                  <a:pos x="68" y="18"/>
                </a:cxn>
                <a:cxn ang="0">
                  <a:pos x="54" y="12"/>
                </a:cxn>
                <a:cxn ang="0">
                  <a:pos x="54" y="12"/>
                </a:cxn>
              </a:cxnLst>
              <a:rect l="0" t="0" r="r" b="b"/>
              <a:pathLst>
                <a:path w="98" h="42">
                  <a:moveTo>
                    <a:pt x="54" y="12"/>
                  </a:moveTo>
                  <a:lnTo>
                    <a:pt x="54" y="12"/>
                  </a:lnTo>
                  <a:lnTo>
                    <a:pt x="38" y="6"/>
                  </a:lnTo>
                  <a:lnTo>
                    <a:pt x="22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8"/>
                  </a:lnTo>
                  <a:lnTo>
                    <a:pt x="16" y="16"/>
                  </a:lnTo>
                  <a:lnTo>
                    <a:pt x="30" y="24"/>
                  </a:lnTo>
                  <a:lnTo>
                    <a:pt x="44" y="32"/>
                  </a:lnTo>
                  <a:lnTo>
                    <a:pt x="44" y="32"/>
                  </a:lnTo>
                  <a:lnTo>
                    <a:pt x="60" y="36"/>
                  </a:lnTo>
                  <a:lnTo>
                    <a:pt x="76" y="40"/>
                  </a:lnTo>
                  <a:lnTo>
                    <a:pt x="88" y="42"/>
                  </a:lnTo>
                  <a:lnTo>
                    <a:pt x="98" y="42"/>
                  </a:lnTo>
                  <a:lnTo>
                    <a:pt x="98" y="42"/>
                  </a:lnTo>
                  <a:lnTo>
                    <a:pt x="92" y="34"/>
                  </a:lnTo>
                  <a:lnTo>
                    <a:pt x="82" y="26"/>
                  </a:lnTo>
                  <a:lnTo>
                    <a:pt x="68" y="18"/>
                  </a:lnTo>
                  <a:lnTo>
                    <a:pt x="54" y="12"/>
                  </a:lnTo>
                  <a:lnTo>
                    <a:pt x="54" y="1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Freeform 159"/>
            <p:cNvSpPr/>
            <p:nvPr/>
          </p:nvSpPr>
          <p:spPr bwMode="auto">
            <a:xfrm>
              <a:off x="4562475" y="3473450"/>
              <a:ext cx="346075" cy="768350"/>
            </a:xfrm>
            <a:custGeom>
              <a:avLst/>
              <a:gdLst/>
              <a:ahLst/>
              <a:cxnLst>
                <a:cxn ang="0">
                  <a:pos x="216" y="456"/>
                </a:cxn>
                <a:cxn ang="0">
                  <a:pos x="214" y="434"/>
                </a:cxn>
                <a:cxn ang="0">
                  <a:pos x="196" y="384"/>
                </a:cxn>
                <a:cxn ang="0">
                  <a:pos x="196" y="384"/>
                </a:cxn>
                <a:cxn ang="0">
                  <a:pos x="182" y="350"/>
                </a:cxn>
                <a:cxn ang="0">
                  <a:pos x="172" y="282"/>
                </a:cxn>
                <a:cxn ang="0">
                  <a:pos x="168" y="268"/>
                </a:cxn>
                <a:cxn ang="0">
                  <a:pos x="154" y="232"/>
                </a:cxn>
                <a:cxn ang="0">
                  <a:pos x="126" y="192"/>
                </a:cxn>
                <a:cxn ang="0">
                  <a:pos x="112" y="174"/>
                </a:cxn>
                <a:cxn ang="0">
                  <a:pos x="94" y="136"/>
                </a:cxn>
                <a:cxn ang="0">
                  <a:pos x="84" y="88"/>
                </a:cxn>
                <a:cxn ang="0">
                  <a:pos x="80" y="74"/>
                </a:cxn>
                <a:cxn ang="0">
                  <a:pos x="64" y="36"/>
                </a:cxn>
                <a:cxn ang="0">
                  <a:pos x="48" y="8"/>
                </a:cxn>
                <a:cxn ang="0">
                  <a:pos x="36" y="4"/>
                </a:cxn>
                <a:cxn ang="0">
                  <a:pos x="2" y="28"/>
                </a:cxn>
                <a:cxn ang="0">
                  <a:pos x="4" y="36"/>
                </a:cxn>
                <a:cxn ang="0">
                  <a:pos x="18" y="84"/>
                </a:cxn>
                <a:cxn ang="0">
                  <a:pos x="34" y="110"/>
                </a:cxn>
                <a:cxn ang="0">
                  <a:pos x="48" y="130"/>
                </a:cxn>
                <a:cxn ang="0">
                  <a:pos x="68" y="170"/>
                </a:cxn>
                <a:cxn ang="0">
                  <a:pos x="78" y="212"/>
                </a:cxn>
                <a:cxn ang="0">
                  <a:pos x="80" y="236"/>
                </a:cxn>
                <a:cxn ang="0">
                  <a:pos x="94" y="284"/>
                </a:cxn>
                <a:cxn ang="0">
                  <a:pos x="108" y="308"/>
                </a:cxn>
                <a:cxn ang="0">
                  <a:pos x="128" y="336"/>
                </a:cxn>
                <a:cxn ang="0">
                  <a:pos x="156" y="380"/>
                </a:cxn>
                <a:cxn ang="0">
                  <a:pos x="164" y="396"/>
                </a:cxn>
                <a:cxn ang="0">
                  <a:pos x="186" y="444"/>
                </a:cxn>
                <a:cxn ang="0">
                  <a:pos x="198" y="462"/>
                </a:cxn>
                <a:cxn ang="0">
                  <a:pos x="216" y="456"/>
                </a:cxn>
              </a:cxnLst>
              <a:rect l="0" t="0" r="r" b="b"/>
              <a:pathLst>
                <a:path w="218" h="484">
                  <a:moveTo>
                    <a:pt x="216" y="456"/>
                  </a:moveTo>
                  <a:lnTo>
                    <a:pt x="216" y="456"/>
                  </a:lnTo>
                  <a:lnTo>
                    <a:pt x="216" y="448"/>
                  </a:lnTo>
                  <a:lnTo>
                    <a:pt x="214" y="434"/>
                  </a:lnTo>
                  <a:lnTo>
                    <a:pt x="206" y="410"/>
                  </a:lnTo>
                  <a:lnTo>
                    <a:pt x="196" y="384"/>
                  </a:lnTo>
                  <a:lnTo>
                    <a:pt x="196" y="384"/>
                  </a:lnTo>
                  <a:lnTo>
                    <a:pt x="196" y="384"/>
                  </a:lnTo>
                  <a:lnTo>
                    <a:pt x="188" y="366"/>
                  </a:lnTo>
                  <a:lnTo>
                    <a:pt x="182" y="350"/>
                  </a:lnTo>
                  <a:lnTo>
                    <a:pt x="176" y="314"/>
                  </a:lnTo>
                  <a:lnTo>
                    <a:pt x="172" y="282"/>
                  </a:lnTo>
                  <a:lnTo>
                    <a:pt x="172" y="282"/>
                  </a:lnTo>
                  <a:lnTo>
                    <a:pt x="168" y="268"/>
                  </a:lnTo>
                  <a:lnTo>
                    <a:pt x="164" y="256"/>
                  </a:lnTo>
                  <a:lnTo>
                    <a:pt x="154" y="232"/>
                  </a:lnTo>
                  <a:lnTo>
                    <a:pt x="140" y="212"/>
                  </a:lnTo>
                  <a:lnTo>
                    <a:pt x="126" y="192"/>
                  </a:lnTo>
                  <a:lnTo>
                    <a:pt x="112" y="174"/>
                  </a:lnTo>
                  <a:lnTo>
                    <a:pt x="112" y="174"/>
                  </a:lnTo>
                  <a:lnTo>
                    <a:pt x="102" y="156"/>
                  </a:lnTo>
                  <a:lnTo>
                    <a:pt x="94" y="136"/>
                  </a:lnTo>
                  <a:lnTo>
                    <a:pt x="88" y="114"/>
                  </a:lnTo>
                  <a:lnTo>
                    <a:pt x="84" y="88"/>
                  </a:lnTo>
                  <a:lnTo>
                    <a:pt x="84" y="88"/>
                  </a:lnTo>
                  <a:lnTo>
                    <a:pt x="80" y="74"/>
                  </a:lnTo>
                  <a:lnTo>
                    <a:pt x="76" y="60"/>
                  </a:lnTo>
                  <a:lnTo>
                    <a:pt x="64" y="36"/>
                  </a:lnTo>
                  <a:lnTo>
                    <a:pt x="54" y="18"/>
                  </a:lnTo>
                  <a:lnTo>
                    <a:pt x="48" y="8"/>
                  </a:lnTo>
                  <a:lnTo>
                    <a:pt x="44" y="0"/>
                  </a:lnTo>
                  <a:lnTo>
                    <a:pt x="36" y="4"/>
                  </a:lnTo>
                  <a:lnTo>
                    <a:pt x="0" y="1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4" y="36"/>
                  </a:lnTo>
                  <a:lnTo>
                    <a:pt x="10" y="56"/>
                  </a:lnTo>
                  <a:lnTo>
                    <a:pt x="18" y="84"/>
                  </a:lnTo>
                  <a:lnTo>
                    <a:pt x="26" y="96"/>
                  </a:lnTo>
                  <a:lnTo>
                    <a:pt x="34" y="110"/>
                  </a:lnTo>
                  <a:lnTo>
                    <a:pt x="34" y="110"/>
                  </a:lnTo>
                  <a:lnTo>
                    <a:pt x="48" y="130"/>
                  </a:lnTo>
                  <a:lnTo>
                    <a:pt x="60" y="150"/>
                  </a:lnTo>
                  <a:lnTo>
                    <a:pt x="68" y="170"/>
                  </a:lnTo>
                  <a:lnTo>
                    <a:pt x="74" y="190"/>
                  </a:lnTo>
                  <a:lnTo>
                    <a:pt x="78" y="212"/>
                  </a:lnTo>
                  <a:lnTo>
                    <a:pt x="78" y="212"/>
                  </a:lnTo>
                  <a:lnTo>
                    <a:pt x="80" y="236"/>
                  </a:lnTo>
                  <a:lnTo>
                    <a:pt x="86" y="260"/>
                  </a:lnTo>
                  <a:lnTo>
                    <a:pt x="94" y="284"/>
                  </a:lnTo>
                  <a:lnTo>
                    <a:pt x="100" y="296"/>
                  </a:lnTo>
                  <a:lnTo>
                    <a:pt x="108" y="308"/>
                  </a:lnTo>
                  <a:lnTo>
                    <a:pt x="128" y="336"/>
                  </a:lnTo>
                  <a:lnTo>
                    <a:pt x="128" y="336"/>
                  </a:lnTo>
                  <a:lnTo>
                    <a:pt x="148" y="364"/>
                  </a:lnTo>
                  <a:lnTo>
                    <a:pt x="156" y="380"/>
                  </a:lnTo>
                  <a:lnTo>
                    <a:pt x="164" y="396"/>
                  </a:lnTo>
                  <a:lnTo>
                    <a:pt x="164" y="396"/>
                  </a:lnTo>
                  <a:lnTo>
                    <a:pt x="174" y="424"/>
                  </a:lnTo>
                  <a:lnTo>
                    <a:pt x="186" y="444"/>
                  </a:lnTo>
                  <a:lnTo>
                    <a:pt x="194" y="458"/>
                  </a:lnTo>
                  <a:lnTo>
                    <a:pt x="198" y="462"/>
                  </a:lnTo>
                  <a:lnTo>
                    <a:pt x="218" y="484"/>
                  </a:lnTo>
                  <a:lnTo>
                    <a:pt x="216" y="45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7" name="Freeform 160"/>
            <p:cNvSpPr/>
            <p:nvPr/>
          </p:nvSpPr>
          <p:spPr bwMode="auto">
            <a:xfrm>
              <a:off x="4581525" y="3495675"/>
              <a:ext cx="307975" cy="70167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2"/>
                </a:cxn>
                <a:cxn ang="0">
                  <a:pos x="2" y="20"/>
                </a:cxn>
                <a:cxn ang="0">
                  <a:pos x="6" y="40"/>
                </a:cxn>
                <a:cxn ang="0">
                  <a:pos x="16" y="64"/>
                </a:cxn>
                <a:cxn ang="0">
                  <a:pos x="22" y="76"/>
                </a:cxn>
                <a:cxn ang="0">
                  <a:pos x="30" y="88"/>
                </a:cxn>
                <a:cxn ang="0">
                  <a:pos x="30" y="88"/>
                </a:cxn>
                <a:cxn ang="0">
                  <a:pos x="44" y="110"/>
                </a:cxn>
                <a:cxn ang="0">
                  <a:pos x="56" y="130"/>
                </a:cxn>
                <a:cxn ang="0">
                  <a:pos x="66" y="152"/>
                </a:cxn>
                <a:cxn ang="0">
                  <a:pos x="72" y="174"/>
                </a:cxn>
                <a:cxn ang="0">
                  <a:pos x="72" y="174"/>
                </a:cxn>
                <a:cxn ang="0">
                  <a:pos x="76" y="200"/>
                </a:cxn>
                <a:cxn ang="0">
                  <a:pos x="80" y="230"/>
                </a:cxn>
                <a:cxn ang="0">
                  <a:pos x="84" y="244"/>
                </a:cxn>
                <a:cxn ang="0">
                  <a:pos x="88" y="260"/>
                </a:cxn>
                <a:cxn ang="0">
                  <a:pos x="96" y="274"/>
                </a:cxn>
                <a:cxn ang="0">
                  <a:pos x="104" y="288"/>
                </a:cxn>
                <a:cxn ang="0">
                  <a:pos x="104" y="288"/>
                </a:cxn>
                <a:cxn ang="0">
                  <a:pos x="138" y="334"/>
                </a:cxn>
                <a:cxn ang="0">
                  <a:pos x="150" y="354"/>
                </a:cxn>
                <a:cxn ang="0">
                  <a:pos x="162" y="380"/>
                </a:cxn>
                <a:cxn ang="0">
                  <a:pos x="162" y="380"/>
                </a:cxn>
                <a:cxn ang="0">
                  <a:pos x="172" y="406"/>
                </a:cxn>
                <a:cxn ang="0">
                  <a:pos x="182" y="424"/>
                </a:cxn>
                <a:cxn ang="0">
                  <a:pos x="194" y="442"/>
                </a:cxn>
                <a:cxn ang="0">
                  <a:pos x="194" y="442"/>
                </a:cxn>
                <a:cxn ang="0">
                  <a:pos x="194" y="442"/>
                </a:cxn>
                <a:cxn ang="0">
                  <a:pos x="192" y="422"/>
                </a:cxn>
                <a:cxn ang="0">
                  <a:pos x="186" y="400"/>
                </a:cxn>
                <a:cxn ang="0">
                  <a:pos x="174" y="374"/>
                </a:cxn>
                <a:cxn ang="0">
                  <a:pos x="174" y="374"/>
                </a:cxn>
                <a:cxn ang="0">
                  <a:pos x="164" y="350"/>
                </a:cxn>
                <a:cxn ang="0">
                  <a:pos x="158" y="326"/>
                </a:cxn>
                <a:cxn ang="0">
                  <a:pos x="150" y="270"/>
                </a:cxn>
                <a:cxn ang="0">
                  <a:pos x="150" y="270"/>
                </a:cxn>
                <a:cxn ang="0">
                  <a:pos x="146" y="254"/>
                </a:cxn>
                <a:cxn ang="0">
                  <a:pos x="140" y="238"/>
                </a:cxn>
                <a:cxn ang="0">
                  <a:pos x="132" y="224"/>
                </a:cxn>
                <a:cxn ang="0">
                  <a:pos x="124" y="210"/>
                </a:cxn>
                <a:cxn ang="0">
                  <a:pos x="108" y="186"/>
                </a:cxn>
                <a:cxn ang="0">
                  <a:pos x="92" y="166"/>
                </a:cxn>
                <a:cxn ang="0">
                  <a:pos x="92" y="166"/>
                </a:cxn>
                <a:cxn ang="0">
                  <a:pos x="80" y="146"/>
                </a:cxn>
                <a:cxn ang="0">
                  <a:pos x="72" y="124"/>
                </a:cxn>
                <a:cxn ang="0">
                  <a:pos x="66" y="102"/>
                </a:cxn>
                <a:cxn ang="0">
                  <a:pos x="62" y="76"/>
                </a:cxn>
                <a:cxn ang="0">
                  <a:pos x="62" y="76"/>
                </a:cxn>
                <a:cxn ang="0">
                  <a:pos x="58" y="62"/>
                </a:cxn>
                <a:cxn ang="0">
                  <a:pos x="54" y="48"/>
                </a:cxn>
                <a:cxn ang="0">
                  <a:pos x="42" y="24"/>
                </a:cxn>
                <a:cxn ang="0">
                  <a:pos x="32" y="8"/>
                </a:cxn>
                <a:cxn ang="0">
                  <a:pos x="28" y="0"/>
                </a:cxn>
                <a:cxn ang="0">
                  <a:pos x="0" y="12"/>
                </a:cxn>
              </a:cxnLst>
              <a:rect l="0" t="0" r="r" b="b"/>
              <a:pathLst>
                <a:path w="194" h="442">
                  <a:moveTo>
                    <a:pt x="0" y="12"/>
                  </a:moveTo>
                  <a:lnTo>
                    <a:pt x="0" y="12"/>
                  </a:lnTo>
                  <a:lnTo>
                    <a:pt x="2" y="20"/>
                  </a:lnTo>
                  <a:lnTo>
                    <a:pt x="6" y="40"/>
                  </a:lnTo>
                  <a:lnTo>
                    <a:pt x="16" y="64"/>
                  </a:lnTo>
                  <a:lnTo>
                    <a:pt x="22" y="76"/>
                  </a:lnTo>
                  <a:lnTo>
                    <a:pt x="30" y="88"/>
                  </a:lnTo>
                  <a:lnTo>
                    <a:pt x="30" y="88"/>
                  </a:lnTo>
                  <a:lnTo>
                    <a:pt x="44" y="110"/>
                  </a:lnTo>
                  <a:lnTo>
                    <a:pt x="56" y="130"/>
                  </a:lnTo>
                  <a:lnTo>
                    <a:pt x="66" y="152"/>
                  </a:lnTo>
                  <a:lnTo>
                    <a:pt x="72" y="174"/>
                  </a:lnTo>
                  <a:lnTo>
                    <a:pt x="72" y="174"/>
                  </a:lnTo>
                  <a:lnTo>
                    <a:pt x="76" y="200"/>
                  </a:lnTo>
                  <a:lnTo>
                    <a:pt x="80" y="230"/>
                  </a:lnTo>
                  <a:lnTo>
                    <a:pt x="84" y="244"/>
                  </a:lnTo>
                  <a:lnTo>
                    <a:pt x="88" y="260"/>
                  </a:lnTo>
                  <a:lnTo>
                    <a:pt x="96" y="274"/>
                  </a:lnTo>
                  <a:lnTo>
                    <a:pt x="104" y="288"/>
                  </a:lnTo>
                  <a:lnTo>
                    <a:pt x="104" y="288"/>
                  </a:lnTo>
                  <a:lnTo>
                    <a:pt x="138" y="334"/>
                  </a:lnTo>
                  <a:lnTo>
                    <a:pt x="150" y="354"/>
                  </a:lnTo>
                  <a:lnTo>
                    <a:pt x="162" y="380"/>
                  </a:lnTo>
                  <a:lnTo>
                    <a:pt x="162" y="380"/>
                  </a:lnTo>
                  <a:lnTo>
                    <a:pt x="172" y="406"/>
                  </a:lnTo>
                  <a:lnTo>
                    <a:pt x="182" y="424"/>
                  </a:lnTo>
                  <a:lnTo>
                    <a:pt x="194" y="442"/>
                  </a:lnTo>
                  <a:lnTo>
                    <a:pt x="194" y="442"/>
                  </a:lnTo>
                  <a:lnTo>
                    <a:pt x="194" y="442"/>
                  </a:lnTo>
                  <a:lnTo>
                    <a:pt x="192" y="422"/>
                  </a:lnTo>
                  <a:lnTo>
                    <a:pt x="186" y="400"/>
                  </a:lnTo>
                  <a:lnTo>
                    <a:pt x="174" y="374"/>
                  </a:lnTo>
                  <a:lnTo>
                    <a:pt x="174" y="374"/>
                  </a:lnTo>
                  <a:lnTo>
                    <a:pt x="164" y="350"/>
                  </a:lnTo>
                  <a:lnTo>
                    <a:pt x="158" y="326"/>
                  </a:lnTo>
                  <a:lnTo>
                    <a:pt x="150" y="270"/>
                  </a:lnTo>
                  <a:lnTo>
                    <a:pt x="150" y="270"/>
                  </a:lnTo>
                  <a:lnTo>
                    <a:pt x="146" y="254"/>
                  </a:lnTo>
                  <a:lnTo>
                    <a:pt x="140" y="238"/>
                  </a:lnTo>
                  <a:lnTo>
                    <a:pt x="132" y="224"/>
                  </a:lnTo>
                  <a:lnTo>
                    <a:pt x="124" y="210"/>
                  </a:lnTo>
                  <a:lnTo>
                    <a:pt x="108" y="186"/>
                  </a:lnTo>
                  <a:lnTo>
                    <a:pt x="92" y="166"/>
                  </a:lnTo>
                  <a:lnTo>
                    <a:pt x="92" y="166"/>
                  </a:lnTo>
                  <a:lnTo>
                    <a:pt x="80" y="146"/>
                  </a:lnTo>
                  <a:lnTo>
                    <a:pt x="72" y="124"/>
                  </a:lnTo>
                  <a:lnTo>
                    <a:pt x="66" y="102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58" y="62"/>
                  </a:lnTo>
                  <a:lnTo>
                    <a:pt x="54" y="48"/>
                  </a:lnTo>
                  <a:lnTo>
                    <a:pt x="42" y="24"/>
                  </a:lnTo>
                  <a:lnTo>
                    <a:pt x="32" y="8"/>
                  </a:lnTo>
                  <a:lnTo>
                    <a:pt x="28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8" name="Freeform 161"/>
            <p:cNvSpPr/>
            <p:nvPr/>
          </p:nvSpPr>
          <p:spPr bwMode="auto">
            <a:xfrm>
              <a:off x="4730750" y="3816350"/>
              <a:ext cx="66675" cy="155575"/>
            </a:xfrm>
            <a:custGeom>
              <a:avLst/>
              <a:gdLst/>
              <a:ahLst/>
              <a:cxnLst>
                <a:cxn ang="0">
                  <a:pos x="32" y="44"/>
                </a:cxn>
                <a:cxn ang="0">
                  <a:pos x="32" y="44"/>
                </a:cxn>
                <a:cxn ang="0">
                  <a:pos x="24" y="30"/>
                </a:cxn>
                <a:cxn ang="0">
                  <a:pos x="16" y="16"/>
                </a:cxn>
                <a:cxn ang="0">
                  <a:pos x="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2" y="22"/>
                </a:cxn>
                <a:cxn ang="0">
                  <a:pos x="6" y="38"/>
                </a:cxn>
                <a:cxn ang="0">
                  <a:pos x="12" y="54"/>
                </a:cxn>
                <a:cxn ang="0">
                  <a:pos x="12" y="54"/>
                </a:cxn>
                <a:cxn ang="0">
                  <a:pos x="18" y="68"/>
                </a:cxn>
                <a:cxn ang="0">
                  <a:pos x="26" y="82"/>
                </a:cxn>
                <a:cxn ang="0">
                  <a:pos x="34" y="92"/>
                </a:cxn>
                <a:cxn ang="0">
                  <a:pos x="42" y="98"/>
                </a:cxn>
                <a:cxn ang="0">
                  <a:pos x="42" y="98"/>
                </a:cxn>
                <a:cxn ang="0">
                  <a:pos x="42" y="88"/>
                </a:cxn>
                <a:cxn ang="0">
                  <a:pos x="40" y="76"/>
                </a:cxn>
                <a:cxn ang="0">
                  <a:pos x="36" y="60"/>
                </a:cxn>
                <a:cxn ang="0">
                  <a:pos x="32" y="44"/>
                </a:cxn>
                <a:cxn ang="0">
                  <a:pos x="32" y="44"/>
                </a:cxn>
              </a:cxnLst>
              <a:rect l="0" t="0" r="r" b="b"/>
              <a:pathLst>
                <a:path w="42" h="98">
                  <a:moveTo>
                    <a:pt x="32" y="44"/>
                  </a:moveTo>
                  <a:lnTo>
                    <a:pt x="32" y="44"/>
                  </a:lnTo>
                  <a:lnTo>
                    <a:pt x="24" y="30"/>
                  </a:lnTo>
                  <a:lnTo>
                    <a:pt x="16" y="16"/>
                  </a:lnTo>
                  <a:lnTo>
                    <a:pt x="8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2" y="22"/>
                  </a:lnTo>
                  <a:lnTo>
                    <a:pt x="6" y="38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8" y="68"/>
                  </a:lnTo>
                  <a:lnTo>
                    <a:pt x="26" y="82"/>
                  </a:lnTo>
                  <a:lnTo>
                    <a:pt x="34" y="92"/>
                  </a:lnTo>
                  <a:lnTo>
                    <a:pt x="42" y="98"/>
                  </a:lnTo>
                  <a:lnTo>
                    <a:pt x="42" y="98"/>
                  </a:lnTo>
                  <a:lnTo>
                    <a:pt x="42" y="88"/>
                  </a:lnTo>
                  <a:lnTo>
                    <a:pt x="40" y="76"/>
                  </a:lnTo>
                  <a:lnTo>
                    <a:pt x="36" y="60"/>
                  </a:lnTo>
                  <a:lnTo>
                    <a:pt x="32" y="44"/>
                  </a:lnTo>
                  <a:lnTo>
                    <a:pt x="32" y="4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Freeform 162"/>
            <p:cNvSpPr/>
            <p:nvPr/>
          </p:nvSpPr>
          <p:spPr bwMode="auto">
            <a:xfrm>
              <a:off x="4235450" y="3473450"/>
              <a:ext cx="346075" cy="768350"/>
            </a:xfrm>
            <a:custGeom>
              <a:avLst/>
              <a:gdLst/>
              <a:ahLst/>
              <a:cxnLst>
                <a:cxn ang="0">
                  <a:pos x="20" y="462"/>
                </a:cxn>
                <a:cxn ang="0">
                  <a:pos x="32" y="444"/>
                </a:cxn>
                <a:cxn ang="0">
                  <a:pos x="54" y="396"/>
                </a:cxn>
                <a:cxn ang="0">
                  <a:pos x="54" y="396"/>
                </a:cxn>
                <a:cxn ang="0">
                  <a:pos x="70" y="364"/>
                </a:cxn>
                <a:cxn ang="0">
                  <a:pos x="110" y="308"/>
                </a:cxn>
                <a:cxn ang="0">
                  <a:pos x="118" y="296"/>
                </a:cxn>
                <a:cxn ang="0">
                  <a:pos x="132" y="260"/>
                </a:cxn>
                <a:cxn ang="0">
                  <a:pos x="140" y="212"/>
                </a:cxn>
                <a:cxn ang="0">
                  <a:pos x="144" y="190"/>
                </a:cxn>
                <a:cxn ang="0">
                  <a:pos x="158" y="150"/>
                </a:cxn>
                <a:cxn ang="0">
                  <a:pos x="184" y="110"/>
                </a:cxn>
                <a:cxn ang="0">
                  <a:pos x="192" y="96"/>
                </a:cxn>
                <a:cxn ang="0">
                  <a:pos x="208" y="58"/>
                </a:cxn>
                <a:cxn ang="0">
                  <a:pos x="216" y="28"/>
                </a:cxn>
                <a:cxn ang="0">
                  <a:pos x="210" y="16"/>
                </a:cxn>
                <a:cxn ang="0">
                  <a:pos x="170" y="8"/>
                </a:cxn>
                <a:cxn ang="0">
                  <a:pos x="164" y="16"/>
                </a:cxn>
                <a:cxn ang="0">
                  <a:pos x="142" y="60"/>
                </a:cxn>
                <a:cxn ang="0">
                  <a:pos x="134" y="88"/>
                </a:cxn>
                <a:cxn ang="0">
                  <a:pos x="130" y="114"/>
                </a:cxn>
                <a:cxn ang="0">
                  <a:pos x="116" y="156"/>
                </a:cxn>
                <a:cxn ang="0">
                  <a:pos x="92" y="192"/>
                </a:cxn>
                <a:cxn ang="0">
                  <a:pos x="78" y="212"/>
                </a:cxn>
                <a:cxn ang="0">
                  <a:pos x="54" y="256"/>
                </a:cxn>
                <a:cxn ang="0">
                  <a:pos x="46" y="282"/>
                </a:cxn>
                <a:cxn ang="0">
                  <a:pos x="42" y="314"/>
                </a:cxn>
                <a:cxn ang="0">
                  <a:pos x="30" y="366"/>
                </a:cxn>
                <a:cxn ang="0">
                  <a:pos x="22" y="384"/>
                </a:cxn>
                <a:cxn ang="0">
                  <a:pos x="4" y="434"/>
                </a:cxn>
                <a:cxn ang="0">
                  <a:pos x="2" y="456"/>
                </a:cxn>
                <a:cxn ang="0">
                  <a:pos x="20" y="462"/>
                </a:cxn>
              </a:cxnLst>
              <a:rect l="0" t="0" r="r" b="b"/>
              <a:pathLst>
                <a:path w="218" h="484">
                  <a:moveTo>
                    <a:pt x="20" y="462"/>
                  </a:moveTo>
                  <a:lnTo>
                    <a:pt x="20" y="462"/>
                  </a:lnTo>
                  <a:lnTo>
                    <a:pt x="24" y="458"/>
                  </a:lnTo>
                  <a:lnTo>
                    <a:pt x="32" y="444"/>
                  </a:lnTo>
                  <a:lnTo>
                    <a:pt x="44" y="424"/>
                  </a:lnTo>
                  <a:lnTo>
                    <a:pt x="54" y="396"/>
                  </a:lnTo>
                  <a:lnTo>
                    <a:pt x="54" y="396"/>
                  </a:lnTo>
                  <a:lnTo>
                    <a:pt x="54" y="396"/>
                  </a:lnTo>
                  <a:lnTo>
                    <a:pt x="62" y="380"/>
                  </a:lnTo>
                  <a:lnTo>
                    <a:pt x="70" y="364"/>
                  </a:lnTo>
                  <a:lnTo>
                    <a:pt x="90" y="336"/>
                  </a:lnTo>
                  <a:lnTo>
                    <a:pt x="110" y="308"/>
                  </a:lnTo>
                  <a:lnTo>
                    <a:pt x="110" y="308"/>
                  </a:lnTo>
                  <a:lnTo>
                    <a:pt x="118" y="296"/>
                  </a:lnTo>
                  <a:lnTo>
                    <a:pt x="124" y="284"/>
                  </a:lnTo>
                  <a:lnTo>
                    <a:pt x="132" y="260"/>
                  </a:lnTo>
                  <a:lnTo>
                    <a:pt x="138" y="236"/>
                  </a:lnTo>
                  <a:lnTo>
                    <a:pt x="140" y="21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50" y="170"/>
                  </a:lnTo>
                  <a:lnTo>
                    <a:pt x="158" y="150"/>
                  </a:lnTo>
                  <a:lnTo>
                    <a:pt x="170" y="130"/>
                  </a:lnTo>
                  <a:lnTo>
                    <a:pt x="184" y="110"/>
                  </a:lnTo>
                  <a:lnTo>
                    <a:pt x="184" y="110"/>
                  </a:lnTo>
                  <a:lnTo>
                    <a:pt x="192" y="96"/>
                  </a:lnTo>
                  <a:lnTo>
                    <a:pt x="198" y="84"/>
                  </a:lnTo>
                  <a:lnTo>
                    <a:pt x="208" y="58"/>
                  </a:lnTo>
                  <a:lnTo>
                    <a:pt x="214" y="38"/>
                  </a:lnTo>
                  <a:lnTo>
                    <a:pt x="216" y="28"/>
                  </a:lnTo>
                  <a:lnTo>
                    <a:pt x="218" y="18"/>
                  </a:lnTo>
                  <a:lnTo>
                    <a:pt x="210" y="16"/>
                  </a:lnTo>
                  <a:lnTo>
                    <a:pt x="174" y="0"/>
                  </a:lnTo>
                  <a:lnTo>
                    <a:pt x="170" y="8"/>
                  </a:lnTo>
                  <a:lnTo>
                    <a:pt x="170" y="8"/>
                  </a:lnTo>
                  <a:lnTo>
                    <a:pt x="164" y="16"/>
                  </a:lnTo>
                  <a:lnTo>
                    <a:pt x="154" y="34"/>
                  </a:lnTo>
                  <a:lnTo>
                    <a:pt x="142" y="60"/>
                  </a:lnTo>
                  <a:lnTo>
                    <a:pt x="138" y="74"/>
                  </a:lnTo>
                  <a:lnTo>
                    <a:pt x="134" y="88"/>
                  </a:lnTo>
                  <a:lnTo>
                    <a:pt x="134" y="88"/>
                  </a:lnTo>
                  <a:lnTo>
                    <a:pt x="130" y="114"/>
                  </a:lnTo>
                  <a:lnTo>
                    <a:pt x="124" y="136"/>
                  </a:lnTo>
                  <a:lnTo>
                    <a:pt x="116" y="156"/>
                  </a:lnTo>
                  <a:lnTo>
                    <a:pt x="106" y="174"/>
                  </a:lnTo>
                  <a:lnTo>
                    <a:pt x="92" y="192"/>
                  </a:lnTo>
                  <a:lnTo>
                    <a:pt x="92" y="192"/>
                  </a:lnTo>
                  <a:lnTo>
                    <a:pt x="78" y="212"/>
                  </a:lnTo>
                  <a:lnTo>
                    <a:pt x="64" y="232"/>
                  </a:lnTo>
                  <a:lnTo>
                    <a:pt x="54" y="256"/>
                  </a:lnTo>
                  <a:lnTo>
                    <a:pt x="50" y="268"/>
                  </a:lnTo>
                  <a:lnTo>
                    <a:pt x="46" y="282"/>
                  </a:lnTo>
                  <a:lnTo>
                    <a:pt x="42" y="314"/>
                  </a:lnTo>
                  <a:lnTo>
                    <a:pt x="42" y="314"/>
                  </a:lnTo>
                  <a:lnTo>
                    <a:pt x="36" y="350"/>
                  </a:lnTo>
                  <a:lnTo>
                    <a:pt x="30" y="366"/>
                  </a:lnTo>
                  <a:lnTo>
                    <a:pt x="22" y="384"/>
                  </a:lnTo>
                  <a:lnTo>
                    <a:pt x="22" y="384"/>
                  </a:lnTo>
                  <a:lnTo>
                    <a:pt x="12" y="410"/>
                  </a:lnTo>
                  <a:lnTo>
                    <a:pt x="4" y="434"/>
                  </a:lnTo>
                  <a:lnTo>
                    <a:pt x="2" y="448"/>
                  </a:lnTo>
                  <a:lnTo>
                    <a:pt x="2" y="456"/>
                  </a:lnTo>
                  <a:lnTo>
                    <a:pt x="0" y="484"/>
                  </a:lnTo>
                  <a:lnTo>
                    <a:pt x="20" y="46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Freeform 163"/>
            <p:cNvSpPr/>
            <p:nvPr/>
          </p:nvSpPr>
          <p:spPr bwMode="auto">
            <a:xfrm>
              <a:off x="4254500" y="3495675"/>
              <a:ext cx="307975" cy="701675"/>
            </a:xfrm>
            <a:custGeom>
              <a:avLst/>
              <a:gdLst/>
              <a:ahLst/>
              <a:cxnLst>
                <a:cxn ang="0">
                  <a:pos x="166" y="0"/>
                </a:cxn>
                <a:cxn ang="0">
                  <a:pos x="166" y="0"/>
                </a:cxn>
                <a:cxn ang="0">
                  <a:pos x="162" y="8"/>
                </a:cxn>
                <a:cxn ang="0">
                  <a:pos x="152" y="24"/>
                </a:cxn>
                <a:cxn ang="0">
                  <a:pos x="140" y="48"/>
                </a:cxn>
                <a:cxn ang="0">
                  <a:pos x="136" y="62"/>
                </a:cxn>
                <a:cxn ang="0">
                  <a:pos x="132" y="76"/>
                </a:cxn>
                <a:cxn ang="0">
                  <a:pos x="132" y="76"/>
                </a:cxn>
                <a:cxn ang="0">
                  <a:pos x="128" y="102"/>
                </a:cxn>
                <a:cxn ang="0">
                  <a:pos x="122" y="124"/>
                </a:cxn>
                <a:cxn ang="0">
                  <a:pos x="114" y="146"/>
                </a:cxn>
                <a:cxn ang="0">
                  <a:pos x="102" y="166"/>
                </a:cxn>
                <a:cxn ang="0">
                  <a:pos x="102" y="166"/>
                </a:cxn>
                <a:cxn ang="0">
                  <a:pos x="86" y="186"/>
                </a:cxn>
                <a:cxn ang="0">
                  <a:pos x="70" y="210"/>
                </a:cxn>
                <a:cxn ang="0">
                  <a:pos x="62" y="224"/>
                </a:cxn>
                <a:cxn ang="0">
                  <a:pos x="54" y="238"/>
                </a:cxn>
                <a:cxn ang="0">
                  <a:pos x="48" y="254"/>
                </a:cxn>
                <a:cxn ang="0">
                  <a:pos x="44" y="270"/>
                </a:cxn>
                <a:cxn ang="0">
                  <a:pos x="44" y="270"/>
                </a:cxn>
                <a:cxn ang="0">
                  <a:pos x="36" y="326"/>
                </a:cxn>
                <a:cxn ang="0">
                  <a:pos x="30" y="350"/>
                </a:cxn>
                <a:cxn ang="0">
                  <a:pos x="20" y="374"/>
                </a:cxn>
                <a:cxn ang="0">
                  <a:pos x="20" y="374"/>
                </a:cxn>
                <a:cxn ang="0">
                  <a:pos x="8" y="400"/>
                </a:cxn>
                <a:cxn ang="0">
                  <a:pos x="2" y="422"/>
                </a:cxn>
                <a:cxn ang="0">
                  <a:pos x="0" y="442"/>
                </a:cxn>
                <a:cxn ang="0">
                  <a:pos x="0" y="442"/>
                </a:cxn>
                <a:cxn ang="0">
                  <a:pos x="0" y="442"/>
                </a:cxn>
                <a:cxn ang="0">
                  <a:pos x="12" y="424"/>
                </a:cxn>
                <a:cxn ang="0">
                  <a:pos x="22" y="406"/>
                </a:cxn>
                <a:cxn ang="0">
                  <a:pos x="32" y="380"/>
                </a:cxn>
                <a:cxn ang="0">
                  <a:pos x="32" y="380"/>
                </a:cxn>
                <a:cxn ang="0">
                  <a:pos x="44" y="354"/>
                </a:cxn>
                <a:cxn ang="0">
                  <a:pos x="56" y="334"/>
                </a:cxn>
                <a:cxn ang="0">
                  <a:pos x="90" y="288"/>
                </a:cxn>
                <a:cxn ang="0">
                  <a:pos x="90" y="288"/>
                </a:cxn>
                <a:cxn ang="0">
                  <a:pos x="98" y="274"/>
                </a:cxn>
                <a:cxn ang="0">
                  <a:pos x="106" y="260"/>
                </a:cxn>
                <a:cxn ang="0">
                  <a:pos x="110" y="244"/>
                </a:cxn>
                <a:cxn ang="0">
                  <a:pos x="114" y="228"/>
                </a:cxn>
                <a:cxn ang="0">
                  <a:pos x="118" y="200"/>
                </a:cxn>
                <a:cxn ang="0">
                  <a:pos x="122" y="174"/>
                </a:cxn>
                <a:cxn ang="0">
                  <a:pos x="122" y="174"/>
                </a:cxn>
                <a:cxn ang="0">
                  <a:pos x="128" y="152"/>
                </a:cxn>
                <a:cxn ang="0">
                  <a:pos x="138" y="130"/>
                </a:cxn>
                <a:cxn ang="0">
                  <a:pos x="150" y="110"/>
                </a:cxn>
                <a:cxn ang="0">
                  <a:pos x="164" y="88"/>
                </a:cxn>
                <a:cxn ang="0">
                  <a:pos x="164" y="88"/>
                </a:cxn>
                <a:cxn ang="0">
                  <a:pos x="172" y="76"/>
                </a:cxn>
                <a:cxn ang="0">
                  <a:pos x="178" y="64"/>
                </a:cxn>
                <a:cxn ang="0">
                  <a:pos x="188" y="40"/>
                </a:cxn>
                <a:cxn ang="0">
                  <a:pos x="192" y="20"/>
                </a:cxn>
                <a:cxn ang="0">
                  <a:pos x="194" y="12"/>
                </a:cxn>
                <a:cxn ang="0">
                  <a:pos x="166" y="0"/>
                </a:cxn>
              </a:cxnLst>
              <a:rect l="0" t="0" r="r" b="b"/>
              <a:pathLst>
                <a:path w="194" h="442">
                  <a:moveTo>
                    <a:pt x="166" y="0"/>
                  </a:moveTo>
                  <a:lnTo>
                    <a:pt x="166" y="0"/>
                  </a:lnTo>
                  <a:lnTo>
                    <a:pt x="162" y="8"/>
                  </a:lnTo>
                  <a:lnTo>
                    <a:pt x="152" y="24"/>
                  </a:lnTo>
                  <a:lnTo>
                    <a:pt x="140" y="48"/>
                  </a:lnTo>
                  <a:lnTo>
                    <a:pt x="136" y="62"/>
                  </a:lnTo>
                  <a:lnTo>
                    <a:pt x="132" y="76"/>
                  </a:lnTo>
                  <a:lnTo>
                    <a:pt x="132" y="76"/>
                  </a:lnTo>
                  <a:lnTo>
                    <a:pt x="128" y="102"/>
                  </a:lnTo>
                  <a:lnTo>
                    <a:pt x="122" y="124"/>
                  </a:lnTo>
                  <a:lnTo>
                    <a:pt x="114" y="146"/>
                  </a:lnTo>
                  <a:lnTo>
                    <a:pt x="102" y="166"/>
                  </a:lnTo>
                  <a:lnTo>
                    <a:pt x="102" y="166"/>
                  </a:lnTo>
                  <a:lnTo>
                    <a:pt x="86" y="186"/>
                  </a:lnTo>
                  <a:lnTo>
                    <a:pt x="70" y="210"/>
                  </a:lnTo>
                  <a:lnTo>
                    <a:pt x="62" y="224"/>
                  </a:lnTo>
                  <a:lnTo>
                    <a:pt x="54" y="238"/>
                  </a:lnTo>
                  <a:lnTo>
                    <a:pt x="48" y="254"/>
                  </a:lnTo>
                  <a:lnTo>
                    <a:pt x="44" y="270"/>
                  </a:lnTo>
                  <a:lnTo>
                    <a:pt x="44" y="270"/>
                  </a:lnTo>
                  <a:lnTo>
                    <a:pt x="36" y="326"/>
                  </a:lnTo>
                  <a:lnTo>
                    <a:pt x="30" y="350"/>
                  </a:lnTo>
                  <a:lnTo>
                    <a:pt x="20" y="374"/>
                  </a:lnTo>
                  <a:lnTo>
                    <a:pt x="20" y="374"/>
                  </a:lnTo>
                  <a:lnTo>
                    <a:pt x="8" y="400"/>
                  </a:lnTo>
                  <a:lnTo>
                    <a:pt x="2" y="422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12" y="424"/>
                  </a:lnTo>
                  <a:lnTo>
                    <a:pt x="22" y="406"/>
                  </a:lnTo>
                  <a:lnTo>
                    <a:pt x="32" y="380"/>
                  </a:lnTo>
                  <a:lnTo>
                    <a:pt x="32" y="380"/>
                  </a:lnTo>
                  <a:lnTo>
                    <a:pt x="44" y="354"/>
                  </a:lnTo>
                  <a:lnTo>
                    <a:pt x="56" y="334"/>
                  </a:lnTo>
                  <a:lnTo>
                    <a:pt x="90" y="288"/>
                  </a:lnTo>
                  <a:lnTo>
                    <a:pt x="90" y="288"/>
                  </a:lnTo>
                  <a:lnTo>
                    <a:pt x="98" y="274"/>
                  </a:lnTo>
                  <a:lnTo>
                    <a:pt x="106" y="260"/>
                  </a:lnTo>
                  <a:lnTo>
                    <a:pt x="110" y="244"/>
                  </a:lnTo>
                  <a:lnTo>
                    <a:pt x="114" y="228"/>
                  </a:lnTo>
                  <a:lnTo>
                    <a:pt x="118" y="200"/>
                  </a:lnTo>
                  <a:lnTo>
                    <a:pt x="122" y="174"/>
                  </a:lnTo>
                  <a:lnTo>
                    <a:pt x="122" y="174"/>
                  </a:lnTo>
                  <a:lnTo>
                    <a:pt x="128" y="152"/>
                  </a:lnTo>
                  <a:lnTo>
                    <a:pt x="138" y="130"/>
                  </a:lnTo>
                  <a:lnTo>
                    <a:pt x="150" y="110"/>
                  </a:lnTo>
                  <a:lnTo>
                    <a:pt x="164" y="88"/>
                  </a:lnTo>
                  <a:lnTo>
                    <a:pt x="164" y="88"/>
                  </a:lnTo>
                  <a:lnTo>
                    <a:pt x="172" y="76"/>
                  </a:lnTo>
                  <a:lnTo>
                    <a:pt x="178" y="64"/>
                  </a:lnTo>
                  <a:lnTo>
                    <a:pt x="188" y="40"/>
                  </a:lnTo>
                  <a:lnTo>
                    <a:pt x="192" y="20"/>
                  </a:lnTo>
                  <a:lnTo>
                    <a:pt x="194" y="1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Freeform 164"/>
            <p:cNvSpPr/>
            <p:nvPr/>
          </p:nvSpPr>
          <p:spPr bwMode="auto">
            <a:xfrm>
              <a:off x="4346575" y="3816350"/>
              <a:ext cx="66675" cy="155575"/>
            </a:xfrm>
            <a:custGeom>
              <a:avLst/>
              <a:gdLst/>
              <a:ahLst/>
              <a:cxnLst>
                <a:cxn ang="0">
                  <a:pos x="30" y="54"/>
                </a:cxn>
                <a:cxn ang="0">
                  <a:pos x="30" y="54"/>
                </a:cxn>
                <a:cxn ang="0">
                  <a:pos x="36" y="38"/>
                </a:cxn>
                <a:cxn ang="0">
                  <a:pos x="40" y="22"/>
                </a:cxn>
                <a:cxn ang="0">
                  <a:pos x="42" y="1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4" y="6"/>
                </a:cxn>
                <a:cxn ang="0">
                  <a:pos x="26" y="16"/>
                </a:cxn>
                <a:cxn ang="0">
                  <a:pos x="18" y="30"/>
                </a:cxn>
                <a:cxn ang="0">
                  <a:pos x="10" y="44"/>
                </a:cxn>
                <a:cxn ang="0">
                  <a:pos x="10" y="44"/>
                </a:cxn>
                <a:cxn ang="0">
                  <a:pos x="6" y="60"/>
                </a:cxn>
                <a:cxn ang="0">
                  <a:pos x="2" y="76"/>
                </a:cxn>
                <a:cxn ang="0">
                  <a:pos x="0" y="88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8" y="92"/>
                </a:cxn>
                <a:cxn ang="0">
                  <a:pos x="16" y="82"/>
                </a:cxn>
                <a:cxn ang="0">
                  <a:pos x="24" y="68"/>
                </a:cxn>
                <a:cxn ang="0">
                  <a:pos x="30" y="54"/>
                </a:cxn>
                <a:cxn ang="0">
                  <a:pos x="30" y="54"/>
                </a:cxn>
              </a:cxnLst>
              <a:rect l="0" t="0" r="r" b="b"/>
              <a:pathLst>
                <a:path w="42" h="98">
                  <a:moveTo>
                    <a:pt x="30" y="54"/>
                  </a:moveTo>
                  <a:lnTo>
                    <a:pt x="30" y="54"/>
                  </a:lnTo>
                  <a:lnTo>
                    <a:pt x="36" y="38"/>
                  </a:lnTo>
                  <a:lnTo>
                    <a:pt x="40" y="22"/>
                  </a:lnTo>
                  <a:lnTo>
                    <a:pt x="42" y="1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4" y="6"/>
                  </a:lnTo>
                  <a:lnTo>
                    <a:pt x="26" y="16"/>
                  </a:lnTo>
                  <a:lnTo>
                    <a:pt x="18" y="30"/>
                  </a:lnTo>
                  <a:lnTo>
                    <a:pt x="10" y="44"/>
                  </a:lnTo>
                  <a:lnTo>
                    <a:pt x="10" y="44"/>
                  </a:lnTo>
                  <a:lnTo>
                    <a:pt x="6" y="60"/>
                  </a:lnTo>
                  <a:lnTo>
                    <a:pt x="2" y="76"/>
                  </a:lnTo>
                  <a:lnTo>
                    <a:pt x="0" y="8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8" y="92"/>
                  </a:lnTo>
                  <a:lnTo>
                    <a:pt x="16" y="82"/>
                  </a:lnTo>
                  <a:lnTo>
                    <a:pt x="24" y="68"/>
                  </a:lnTo>
                  <a:lnTo>
                    <a:pt x="30" y="54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2" name="Freeform 165"/>
            <p:cNvSpPr/>
            <p:nvPr/>
          </p:nvSpPr>
          <p:spPr bwMode="auto">
            <a:xfrm>
              <a:off x="3759200" y="3419475"/>
              <a:ext cx="768350" cy="346075"/>
            </a:xfrm>
            <a:custGeom>
              <a:avLst/>
              <a:gdLst/>
              <a:ahLst/>
              <a:cxnLst>
                <a:cxn ang="0">
                  <a:pos x="28" y="216"/>
                </a:cxn>
                <a:cxn ang="0">
                  <a:pos x="50" y="214"/>
                </a:cxn>
                <a:cxn ang="0">
                  <a:pos x="100" y="196"/>
                </a:cxn>
                <a:cxn ang="0">
                  <a:pos x="100" y="196"/>
                </a:cxn>
                <a:cxn ang="0">
                  <a:pos x="134" y="182"/>
                </a:cxn>
                <a:cxn ang="0">
                  <a:pos x="202" y="172"/>
                </a:cxn>
                <a:cxn ang="0">
                  <a:pos x="216" y="168"/>
                </a:cxn>
                <a:cxn ang="0">
                  <a:pos x="252" y="154"/>
                </a:cxn>
                <a:cxn ang="0">
                  <a:pos x="292" y="126"/>
                </a:cxn>
                <a:cxn ang="0">
                  <a:pos x="310" y="112"/>
                </a:cxn>
                <a:cxn ang="0">
                  <a:pos x="348" y="94"/>
                </a:cxn>
                <a:cxn ang="0">
                  <a:pos x="396" y="84"/>
                </a:cxn>
                <a:cxn ang="0">
                  <a:pos x="410" y="80"/>
                </a:cxn>
                <a:cxn ang="0">
                  <a:pos x="448" y="64"/>
                </a:cxn>
                <a:cxn ang="0">
                  <a:pos x="476" y="48"/>
                </a:cxn>
                <a:cxn ang="0">
                  <a:pos x="480" y="36"/>
                </a:cxn>
                <a:cxn ang="0">
                  <a:pos x="456" y="2"/>
                </a:cxn>
                <a:cxn ang="0">
                  <a:pos x="448" y="4"/>
                </a:cxn>
                <a:cxn ang="0">
                  <a:pos x="400" y="18"/>
                </a:cxn>
                <a:cxn ang="0">
                  <a:pos x="374" y="34"/>
                </a:cxn>
                <a:cxn ang="0">
                  <a:pos x="354" y="48"/>
                </a:cxn>
                <a:cxn ang="0">
                  <a:pos x="314" y="68"/>
                </a:cxn>
                <a:cxn ang="0">
                  <a:pos x="272" y="78"/>
                </a:cxn>
                <a:cxn ang="0">
                  <a:pos x="248" y="80"/>
                </a:cxn>
                <a:cxn ang="0">
                  <a:pos x="200" y="94"/>
                </a:cxn>
                <a:cxn ang="0">
                  <a:pos x="176" y="108"/>
                </a:cxn>
                <a:cxn ang="0">
                  <a:pos x="148" y="128"/>
                </a:cxn>
                <a:cxn ang="0">
                  <a:pos x="104" y="156"/>
                </a:cxn>
                <a:cxn ang="0">
                  <a:pos x="88" y="164"/>
                </a:cxn>
                <a:cxn ang="0">
                  <a:pos x="40" y="186"/>
                </a:cxn>
                <a:cxn ang="0">
                  <a:pos x="22" y="198"/>
                </a:cxn>
                <a:cxn ang="0">
                  <a:pos x="28" y="216"/>
                </a:cxn>
              </a:cxnLst>
              <a:rect l="0" t="0" r="r" b="b"/>
              <a:pathLst>
                <a:path w="484" h="218">
                  <a:moveTo>
                    <a:pt x="28" y="216"/>
                  </a:moveTo>
                  <a:lnTo>
                    <a:pt x="28" y="216"/>
                  </a:lnTo>
                  <a:lnTo>
                    <a:pt x="36" y="216"/>
                  </a:lnTo>
                  <a:lnTo>
                    <a:pt x="50" y="214"/>
                  </a:lnTo>
                  <a:lnTo>
                    <a:pt x="74" y="206"/>
                  </a:lnTo>
                  <a:lnTo>
                    <a:pt x="100" y="196"/>
                  </a:lnTo>
                  <a:lnTo>
                    <a:pt x="100" y="196"/>
                  </a:lnTo>
                  <a:lnTo>
                    <a:pt x="100" y="196"/>
                  </a:lnTo>
                  <a:lnTo>
                    <a:pt x="118" y="188"/>
                  </a:lnTo>
                  <a:lnTo>
                    <a:pt x="134" y="182"/>
                  </a:lnTo>
                  <a:lnTo>
                    <a:pt x="170" y="176"/>
                  </a:lnTo>
                  <a:lnTo>
                    <a:pt x="202" y="172"/>
                  </a:lnTo>
                  <a:lnTo>
                    <a:pt x="202" y="172"/>
                  </a:lnTo>
                  <a:lnTo>
                    <a:pt x="216" y="168"/>
                  </a:lnTo>
                  <a:lnTo>
                    <a:pt x="228" y="164"/>
                  </a:lnTo>
                  <a:lnTo>
                    <a:pt x="252" y="154"/>
                  </a:lnTo>
                  <a:lnTo>
                    <a:pt x="272" y="140"/>
                  </a:lnTo>
                  <a:lnTo>
                    <a:pt x="292" y="126"/>
                  </a:lnTo>
                  <a:lnTo>
                    <a:pt x="310" y="112"/>
                  </a:lnTo>
                  <a:lnTo>
                    <a:pt x="310" y="112"/>
                  </a:lnTo>
                  <a:lnTo>
                    <a:pt x="328" y="102"/>
                  </a:lnTo>
                  <a:lnTo>
                    <a:pt x="348" y="94"/>
                  </a:lnTo>
                  <a:lnTo>
                    <a:pt x="370" y="88"/>
                  </a:lnTo>
                  <a:lnTo>
                    <a:pt x="396" y="84"/>
                  </a:lnTo>
                  <a:lnTo>
                    <a:pt x="396" y="84"/>
                  </a:lnTo>
                  <a:lnTo>
                    <a:pt x="410" y="80"/>
                  </a:lnTo>
                  <a:lnTo>
                    <a:pt x="424" y="76"/>
                  </a:lnTo>
                  <a:lnTo>
                    <a:pt x="448" y="64"/>
                  </a:lnTo>
                  <a:lnTo>
                    <a:pt x="466" y="54"/>
                  </a:lnTo>
                  <a:lnTo>
                    <a:pt x="476" y="48"/>
                  </a:lnTo>
                  <a:lnTo>
                    <a:pt x="484" y="44"/>
                  </a:lnTo>
                  <a:lnTo>
                    <a:pt x="480" y="36"/>
                  </a:lnTo>
                  <a:lnTo>
                    <a:pt x="466" y="0"/>
                  </a:lnTo>
                  <a:lnTo>
                    <a:pt x="456" y="2"/>
                  </a:lnTo>
                  <a:lnTo>
                    <a:pt x="456" y="2"/>
                  </a:lnTo>
                  <a:lnTo>
                    <a:pt x="448" y="4"/>
                  </a:lnTo>
                  <a:lnTo>
                    <a:pt x="426" y="10"/>
                  </a:lnTo>
                  <a:lnTo>
                    <a:pt x="400" y="18"/>
                  </a:lnTo>
                  <a:lnTo>
                    <a:pt x="388" y="26"/>
                  </a:lnTo>
                  <a:lnTo>
                    <a:pt x="374" y="34"/>
                  </a:lnTo>
                  <a:lnTo>
                    <a:pt x="374" y="34"/>
                  </a:lnTo>
                  <a:lnTo>
                    <a:pt x="354" y="48"/>
                  </a:lnTo>
                  <a:lnTo>
                    <a:pt x="334" y="60"/>
                  </a:lnTo>
                  <a:lnTo>
                    <a:pt x="314" y="68"/>
                  </a:lnTo>
                  <a:lnTo>
                    <a:pt x="294" y="74"/>
                  </a:lnTo>
                  <a:lnTo>
                    <a:pt x="272" y="78"/>
                  </a:lnTo>
                  <a:lnTo>
                    <a:pt x="272" y="78"/>
                  </a:lnTo>
                  <a:lnTo>
                    <a:pt x="248" y="80"/>
                  </a:lnTo>
                  <a:lnTo>
                    <a:pt x="224" y="86"/>
                  </a:lnTo>
                  <a:lnTo>
                    <a:pt x="200" y="94"/>
                  </a:lnTo>
                  <a:lnTo>
                    <a:pt x="188" y="100"/>
                  </a:lnTo>
                  <a:lnTo>
                    <a:pt x="176" y="108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20" y="148"/>
                  </a:lnTo>
                  <a:lnTo>
                    <a:pt x="104" y="156"/>
                  </a:lnTo>
                  <a:lnTo>
                    <a:pt x="88" y="164"/>
                  </a:lnTo>
                  <a:lnTo>
                    <a:pt x="88" y="164"/>
                  </a:lnTo>
                  <a:lnTo>
                    <a:pt x="60" y="174"/>
                  </a:lnTo>
                  <a:lnTo>
                    <a:pt x="40" y="186"/>
                  </a:lnTo>
                  <a:lnTo>
                    <a:pt x="26" y="194"/>
                  </a:lnTo>
                  <a:lnTo>
                    <a:pt x="22" y="198"/>
                  </a:lnTo>
                  <a:lnTo>
                    <a:pt x="0" y="218"/>
                  </a:lnTo>
                  <a:lnTo>
                    <a:pt x="28" y="216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3" name="Freeform 166"/>
            <p:cNvSpPr/>
            <p:nvPr/>
          </p:nvSpPr>
          <p:spPr bwMode="auto">
            <a:xfrm>
              <a:off x="3803650" y="3438525"/>
              <a:ext cx="701675" cy="307975"/>
            </a:xfrm>
            <a:custGeom>
              <a:avLst/>
              <a:gdLst/>
              <a:ahLst/>
              <a:cxnLst>
                <a:cxn ang="0">
                  <a:pos x="430" y="0"/>
                </a:cxn>
                <a:cxn ang="0">
                  <a:pos x="430" y="0"/>
                </a:cxn>
                <a:cxn ang="0">
                  <a:pos x="422" y="2"/>
                </a:cxn>
                <a:cxn ang="0">
                  <a:pos x="402" y="6"/>
                </a:cxn>
                <a:cxn ang="0">
                  <a:pos x="378" y="16"/>
                </a:cxn>
                <a:cxn ang="0">
                  <a:pos x="366" y="22"/>
                </a:cxn>
                <a:cxn ang="0">
                  <a:pos x="354" y="30"/>
                </a:cxn>
                <a:cxn ang="0">
                  <a:pos x="354" y="30"/>
                </a:cxn>
                <a:cxn ang="0">
                  <a:pos x="332" y="44"/>
                </a:cxn>
                <a:cxn ang="0">
                  <a:pos x="312" y="56"/>
                </a:cxn>
                <a:cxn ang="0">
                  <a:pos x="290" y="66"/>
                </a:cxn>
                <a:cxn ang="0">
                  <a:pos x="268" y="72"/>
                </a:cxn>
                <a:cxn ang="0">
                  <a:pos x="268" y="72"/>
                </a:cxn>
                <a:cxn ang="0">
                  <a:pos x="242" y="76"/>
                </a:cxn>
                <a:cxn ang="0">
                  <a:pos x="214" y="80"/>
                </a:cxn>
                <a:cxn ang="0">
                  <a:pos x="198" y="84"/>
                </a:cxn>
                <a:cxn ang="0">
                  <a:pos x="182" y="88"/>
                </a:cxn>
                <a:cxn ang="0">
                  <a:pos x="168" y="96"/>
                </a:cxn>
                <a:cxn ang="0">
                  <a:pos x="154" y="104"/>
                </a:cxn>
                <a:cxn ang="0">
                  <a:pos x="154" y="104"/>
                </a:cxn>
                <a:cxn ang="0">
                  <a:pos x="108" y="138"/>
                </a:cxn>
                <a:cxn ang="0">
                  <a:pos x="88" y="150"/>
                </a:cxn>
                <a:cxn ang="0">
                  <a:pos x="62" y="162"/>
                </a:cxn>
                <a:cxn ang="0">
                  <a:pos x="62" y="162"/>
                </a:cxn>
                <a:cxn ang="0">
                  <a:pos x="36" y="172"/>
                </a:cxn>
                <a:cxn ang="0">
                  <a:pos x="18" y="182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20" y="192"/>
                </a:cxn>
                <a:cxn ang="0">
                  <a:pos x="42" y="186"/>
                </a:cxn>
                <a:cxn ang="0">
                  <a:pos x="68" y="174"/>
                </a:cxn>
                <a:cxn ang="0">
                  <a:pos x="68" y="174"/>
                </a:cxn>
                <a:cxn ang="0">
                  <a:pos x="92" y="164"/>
                </a:cxn>
                <a:cxn ang="0">
                  <a:pos x="116" y="158"/>
                </a:cxn>
                <a:cxn ang="0">
                  <a:pos x="172" y="150"/>
                </a:cxn>
                <a:cxn ang="0">
                  <a:pos x="172" y="150"/>
                </a:cxn>
                <a:cxn ang="0">
                  <a:pos x="188" y="146"/>
                </a:cxn>
                <a:cxn ang="0">
                  <a:pos x="204" y="140"/>
                </a:cxn>
                <a:cxn ang="0">
                  <a:pos x="218" y="132"/>
                </a:cxn>
                <a:cxn ang="0">
                  <a:pos x="232" y="124"/>
                </a:cxn>
                <a:cxn ang="0">
                  <a:pos x="256" y="108"/>
                </a:cxn>
                <a:cxn ang="0">
                  <a:pos x="276" y="92"/>
                </a:cxn>
                <a:cxn ang="0">
                  <a:pos x="276" y="92"/>
                </a:cxn>
                <a:cxn ang="0">
                  <a:pos x="296" y="80"/>
                </a:cxn>
                <a:cxn ang="0">
                  <a:pos x="318" y="72"/>
                </a:cxn>
                <a:cxn ang="0">
                  <a:pos x="340" y="66"/>
                </a:cxn>
                <a:cxn ang="0">
                  <a:pos x="366" y="62"/>
                </a:cxn>
                <a:cxn ang="0">
                  <a:pos x="366" y="62"/>
                </a:cxn>
                <a:cxn ang="0">
                  <a:pos x="380" y="58"/>
                </a:cxn>
                <a:cxn ang="0">
                  <a:pos x="394" y="54"/>
                </a:cxn>
                <a:cxn ang="0">
                  <a:pos x="418" y="42"/>
                </a:cxn>
                <a:cxn ang="0">
                  <a:pos x="434" y="32"/>
                </a:cxn>
                <a:cxn ang="0">
                  <a:pos x="442" y="28"/>
                </a:cxn>
                <a:cxn ang="0">
                  <a:pos x="430" y="0"/>
                </a:cxn>
              </a:cxnLst>
              <a:rect l="0" t="0" r="r" b="b"/>
              <a:pathLst>
                <a:path w="442" h="194">
                  <a:moveTo>
                    <a:pt x="430" y="0"/>
                  </a:moveTo>
                  <a:lnTo>
                    <a:pt x="430" y="0"/>
                  </a:lnTo>
                  <a:lnTo>
                    <a:pt x="422" y="2"/>
                  </a:lnTo>
                  <a:lnTo>
                    <a:pt x="402" y="6"/>
                  </a:lnTo>
                  <a:lnTo>
                    <a:pt x="378" y="16"/>
                  </a:lnTo>
                  <a:lnTo>
                    <a:pt x="366" y="22"/>
                  </a:lnTo>
                  <a:lnTo>
                    <a:pt x="354" y="30"/>
                  </a:lnTo>
                  <a:lnTo>
                    <a:pt x="354" y="30"/>
                  </a:lnTo>
                  <a:lnTo>
                    <a:pt x="332" y="44"/>
                  </a:lnTo>
                  <a:lnTo>
                    <a:pt x="312" y="56"/>
                  </a:lnTo>
                  <a:lnTo>
                    <a:pt x="290" y="66"/>
                  </a:lnTo>
                  <a:lnTo>
                    <a:pt x="268" y="72"/>
                  </a:lnTo>
                  <a:lnTo>
                    <a:pt x="268" y="72"/>
                  </a:lnTo>
                  <a:lnTo>
                    <a:pt x="242" y="76"/>
                  </a:lnTo>
                  <a:lnTo>
                    <a:pt x="214" y="80"/>
                  </a:lnTo>
                  <a:lnTo>
                    <a:pt x="198" y="84"/>
                  </a:lnTo>
                  <a:lnTo>
                    <a:pt x="182" y="88"/>
                  </a:lnTo>
                  <a:lnTo>
                    <a:pt x="168" y="96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08" y="138"/>
                  </a:lnTo>
                  <a:lnTo>
                    <a:pt x="88" y="150"/>
                  </a:lnTo>
                  <a:lnTo>
                    <a:pt x="62" y="162"/>
                  </a:lnTo>
                  <a:lnTo>
                    <a:pt x="62" y="162"/>
                  </a:lnTo>
                  <a:lnTo>
                    <a:pt x="36" y="172"/>
                  </a:lnTo>
                  <a:lnTo>
                    <a:pt x="18" y="182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20" y="192"/>
                  </a:lnTo>
                  <a:lnTo>
                    <a:pt x="42" y="186"/>
                  </a:lnTo>
                  <a:lnTo>
                    <a:pt x="68" y="174"/>
                  </a:lnTo>
                  <a:lnTo>
                    <a:pt x="68" y="174"/>
                  </a:lnTo>
                  <a:lnTo>
                    <a:pt x="92" y="164"/>
                  </a:lnTo>
                  <a:lnTo>
                    <a:pt x="116" y="158"/>
                  </a:lnTo>
                  <a:lnTo>
                    <a:pt x="172" y="150"/>
                  </a:lnTo>
                  <a:lnTo>
                    <a:pt x="172" y="150"/>
                  </a:lnTo>
                  <a:lnTo>
                    <a:pt x="188" y="146"/>
                  </a:lnTo>
                  <a:lnTo>
                    <a:pt x="204" y="140"/>
                  </a:lnTo>
                  <a:lnTo>
                    <a:pt x="218" y="132"/>
                  </a:lnTo>
                  <a:lnTo>
                    <a:pt x="232" y="124"/>
                  </a:lnTo>
                  <a:lnTo>
                    <a:pt x="256" y="108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96" y="80"/>
                  </a:lnTo>
                  <a:lnTo>
                    <a:pt x="318" y="72"/>
                  </a:lnTo>
                  <a:lnTo>
                    <a:pt x="340" y="66"/>
                  </a:lnTo>
                  <a:lnTo>
                    <a:pt x="366" y="62"/>
                  </a:lnTo>
                  <a:lnTo>
                    <a:pt x="366" y="62"/>
                  </a:lnTo>
                  <a:lnTo>
                    <a:pt x="380" y="58"/>
                  </a:lnTo>
                  <a:lnTo>
                    <a:pt x="394" y="54"/>
                  </a:lnTo>
                  <a:lnTo>
                    <a:pt x="418" y="42"/>
                  </a:lnTo>
                  <a:lnTo>
                    <a:pt x="434" y="32"/>
                  </a:lnTo>
                  <a:lnTo>
                    <a:pt x="442" y="2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Freeform 167"/>
            <p:cNvSpPr/>
            <p:nvPr/>
          </p:nvSpPr>
          <p:spPr bwMode="auto">
            <a:xfrm>
              <a:off x="4029075" y="3587750"/>
              <a:ext cx="155575" cy="66675"/>
            </a:xfrm>
            <a:custGeom>
              <a:avLst/>
              <a:gdLst/>
              <a:ahLst/>
              <a:cxnLst>
                <a:cxn ang="0">
                  <a:pos x="54" y="32"/>
                </a:cxn>
                <a:cxn ang="0">
                  <a:pos x="54" y="32"/>
                </a:cxn>
                <a:cxn ang="0">
                  <a:pos x="68" y="24"/>
                </a:cxn>
                <a:cxn ang="0">
                  <a:pos x="82" y="16"/>
                </a:cxn>
                <a:cxn ang="0">
                  <a:pos x="92" y="8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88" y="0"/>
                </a:cxn>
                <a:cxn ang="0">
                  <a:pos x="76" y="2"/>
                </a:cxn>
                <a:cxn ang="0">
                  <a:pos x="60" y="6"/>
                </a:cxn>
                <a:cxn ang="0">
                  <a:pos x="44" y="12"/>
                </a:cxn>
                <a:cxn ang="0">
                  <a:pos x="44" y="12"/>
                </a:cxn>
                <a:cxn ang="0">
                  <a:pos x="30" y="18"/>
                </a:cxn>
                <a:cxn ang="0">
                  <a:pos x="16" y="26"/>
                </a:cxn>
                <a:cxn ang="0">
                  <a:pos x="6" y="3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42"/>
                </a:cxn>
                <a:cxn ang="0">
                  <a:pos x="22" y="40"/>
                </a:cxn>
                <a:cxn ang="0">
                  <a:pos x="38" y="36"/>
                </a:cxn>
                <a:cxn ang="0">
                  <a:pos x="54" y="32"/>
                </a:cxn>
                <a:cxn ang="0">
                  <a:pos x="54" y="32"/>
                </a:cxn>
              </a:cxnLst>
              <a:rect l="0" t="0" r="r" b="b"/>
              <a:pathLst>
                <a:path w="98" h="42">
                  <a:moveTo>
                    <a:pt x="54" y="32"/>
                  </a:moveTo>
                  <a:lnTo>
                    <a:pt x="54" y="32"/>
                  </a:lnTo>
                  <a:lnTo>
                    <a:pt x="68" y="24"/>
                  </a:lnTo>
                  <a:lnTo>
                    <a:pt x="82" y="16"/>
                  </a:lnTo>
                  <a:lnTo>
                    <a:pt x="92" y="8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88" y="0"/>
                  </a:lnTo>
                  <a:lnTo>
                    <a:pt x="76" y="2"/>
                  </a:lnTo>
                  <a:lnTo>
                    <a:pt x="60" y="6"/>
                  </a:lnTo>
                  <a:lnTo>
                    <a:pt x="44" y="12"/>
                  </a:lnTo>
                  <a:lnTo>
                    <a:pt x="44" y="12"/>
                  </a:lnTo>
                  <a:lnTo>
                    <a:pt x="30" y="18"/>
                  </a:lnTo>
                  <a:lnTo>
                    <a:pt x="16" y="26"/>
                  </a:lnTo>
                  <a:lnTo>
                    <a:pt x="6" y="34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0" y="42"/>
                  </a:lnTo>
                  <a:lnTo>
                    <a:pt x="22" y="40"/>
                  </a:lnTo>
                  <a:lnTo>
                    <a:pt x="38" y="36"/>
                  </a:lnTo>
                  <a:lnTo>
                    <a:pt x="54" y="32"/>
                  </a:lnTo>
                  <a:lnTo>
                    <a:pt x="54" y="32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5" name="Freeform 168"/>
            <p:cNvSpPr/>
            <p:nvPr/>
          </p:nvSpPr>
          <p:spPr bwMode="auto">
            <a:xfrm>
              <a:off x="3759200" y="3092450"/>
              <a:ext cx="768350" cy="346075"/>
            </a:xfrm>
            <a:custGeom>
              <a:avLst/>
              <a:gdLst/>
              <a:ahLst/>
              <a:cxnLst>
                <a:cxn ang="0">
                  <a:pos x="22" y="20"/>
                </a:cxn>
                <a:cxn ang="0">
                  <a:pos x="40" y="32"/>
                </a:cxn>
                <a:cxn ang="0">
                  <a:pos x="88" y="54"/>
                </a:cxn>
                <a:cxn ang="0">
                  <a:pos x="88" y="54"/>
                </a:cxn>
                <a:cxn ang="0">
                  <a:pos x="120" y="70"/>
                </a:cxn>
                <a:cxn ang="0">
                  <a:pos x="176" y="110"/>
                </a:cxn>
                <a:cxn ang="0">
                  <a:pos x="188" y="118"/>
                </a:cxn>
                <a:cxn ang="0">
                  <a:pos x="224" y="132"/>
                </a:cxn>
                <a:cxn ang="0">
                  <a:pos x="272" y="140"/>
                </a:cxn>
                <a:cxn ang="0">
                  <a:pos x="294" y="144"/>
                </a:cxn>
                <a:cxn ang="0">
                  <a:pos x="334" y="158"/>
                </a:cxn>
                <a:cxn ang="0">
                  <a:pos x="374" y="184"/>
                </a:cxn>
                <a:cxn ang="0">
                  <a:pos x="388" y="192"/>
                </a:cxn>
                <a:cxn ang="0">
                  <a:pos x="426" y="208"/>
                </a:cxn>
                <a:cxn ang="0">
                  <a:pos x="456" y="216"/>
                </a:cxn>
                <a:cxn ang="0">
                  <a:pos x="468" y="210"/>
                </a:cxn>
                <a:cxn ang="0">
                  <a:pos x="476" y="170"/>
                </a:cxn>
                <a:cxn ang="0">
                  <a:pos x="468" y="164"/>
                </a:cxn>
                <a:cxn ang="0">
                  <a:pos x="424" y="142"/>
                </a:cxn>
                <a:cxn ang="0">
                  <a:pos x="396" y="134"/>
                </a:cxn>
                <a:cxn ang="0">
                  <a:pos x="370" y="130"/>
                </a:cxn>
                <a:cxn ang="0">
                  <a:pos x="328" y="116"/>
                </a:cxn>
                <a:cxn ang="0">
                  <a:pos x="292" y="92"/>
                </a:cxn>
                <a:cxn ang="0">
                  <a:pos x="272" y="78"/>
                </a:cxn>
                <a:cxn ang="0">
                  <a:pos x="228" y="54"/>
                </a:cxn>
                <a:cxn ang="0">
                  <a:pos x="202" y="46"/>
                </a:cxn>
                <a:cxn ang="0">
                  <a:pos x="170" y="42"/>
                </a:cxn>
                <a:cxn ang="0">
                  <a:pos x="118" y="30"/>
                </a:cxn>
                <a:cxn ang="0">
                  <a:pos x="100" y="22"/>
                </a:cxn>
                <a:cxn ang="0">
                  <a:pos x="50" y="4"/>
                </a:cxn>
                <a:cxn ang="0">
                  <a:pos x="28" y="2"/>
                </a:cxn>
                <a:cxn ang="0">
                  <a:pos x="22" y="20"/>
                </a:cxn>
              </a:cxnLst>
              <a:rect l="0" t="0" r="r" b="b"/>
              <a:pathLst>
                <a:path w="484" h="218">
                  <a:moveTo>
                    <a:pt x="22" y="20"/>
                  </a:moveTo>
                  <a:lnTo>
                    <a:pt x="22" y="20"/>
                  </a:lnTo>
                  <a:lnTo>
                    <a:pt x="26" y="24"/>
                  </a:lnTo>
                  <a:lnTo>
                    <a:pt x="40" y="32"/>
                  </a:lnTo>
                  <a:lnTo>
                    <a:pt x="60" y="4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104" y="62"/>
                  </a:lnTo>
                  <a:lnTo>
                    <a:pt x="120" y="70"/>
                  </a:lnTo>
                  <a:lnTo>
                    <a:pt x="148" y="90"/>
                  </a:lnTo>
                  <a:lnTo>
                    <a:pt x="176" y="110"/>
                  </a:lnTo>
                  <a:lnTo>
                    <a:pt x="176" y="110"/>
                  </a:lnTo>
                  <a:lnTo>
                    <a:pt x="188" y="118"/>
                  </a:lnTo>
                  <a:lnTo>
                    <a:pt x="200" y="124"/>
                  </a:lnTo>
                  <a:lnTo>
                    <a:pt x="224" y="132"/>
                  </a:lnTo>
                  <a:lnTo>
                    <a:pt x="248" y="138"/>
                  </a:lnTo>
                  <a:lnTo>
                    <a:pt x="272" y="140"/>
                  </a:lnTo>
                  <a:lnTo>
                    <a:pt x="294" y="144"/>
                  </a:lnTo>
                  <a:lnTo>
                    <a:pt x="294" y="144"/>
                  </a:lnTo>
                  <a:lnTo>
                    <a:pt x="314" y="150"/>
                  </a:lnTo>
                  <a:lnTo>
                    <a:pt x="334" y="158"/>
                  </a:lnTo>
                  <a:lnTo>
                    <a:pt x="354" y="170"/>
                  </a:lnTo>
                  <a:lnTo>
                    <a:pt x="374" y="184"/>
                  </a:lnTo>
                  <a:lnTo>
                    <a:pt x="374" y="184"/>
                  </a:lnTo>
                  <a:lnTo>
                    <a:pt x="388" y="192"/>
                  </a:lnTo>
                  <a:lnTo>
                    <a:pt x="400" y="198"/>
                  </a:lnTo>
                  <a:lnTo>
                    <a:pt x="426" y="208"/>
                  </a:lnTo>
                  <a:lnTo>
                    <a:pt x="446" y="214"/>
                  </a:lnTo>
                  <a:lnTo>
                    <a:pt x="456" y="216"/>
                  </a:lnTo>
                  <a:lnTo>
                    <a:pt x="466" y="218"/>
                  </a:lnTo>
                  <a:lnTo>
                    <a:pt x="468" y="210"/>
                  </a:lnTo>
                  <a:lnTo>
                    <a:pt x="484" y="174"/>
                  </a:lnTo>
                  <a:lnTo>
                    <a:pt x="476" y="170"/>
                  </a:lnTo>
                  <a:lnTo>
                    <a:pt x="476" y="170"/>
                  </a:lnTo>
                  <a:lnTo>
                    <a:pt x="468" y="164"/>
                  </a:lnTo>
                  <a:lnTo>
                    <a:pt x="450" y="154"/>
                  </a:lnTo>
                  <a:lnTo>
                    <a:pt x="424" y="142"/>
                  </a:lnTo>
                  <a:lnTo>
                    <a:pt x="410" y="138"/>
                  </a:lnTo>
                  <a:lnTo>
                    <a:pt x="396" y="134"/>
                  </a:lnTo>
                  <a:lnTo>
                    <a:pt x="396" y="134"/>
                  </a:lnTo>
                  <a:lnTo>
                    <a:pt x="370" y="130"/>
                  </a:lnTo>
                  <a:lnTo>
                    <a:pt x="348" y="124"/>
                  </a:lnTo>
                  <a:lnTo>
                    <a:pt x="328" y="116"/>
                  </a:lnTo>
                  <a:lnTo>
                    <a:pt x="310" y="106"/>
                  </a:lnTo>
                  <a:lnTo>
                    <a:pt x="292" y="92"/>
                  </a:lnTo>
                  <a:lnTo>
                    <a:pt x="292" y="92"/>
                  </a:lnTo>
                  <a:lnTo>
                    <a:pt x="272" y="78"/>
                  </a:lnTo>
                  <a:lnTo>
                    <a:pt x="252" y="64"/>
                  </a:lnTo>
                  <a:lnTo>
                    <a:pt x="228" y="54"/>
                  </a:lnTo>
                  <a:lnTo>
                    <a:pt x="216" y="50"/>
                  </a:lnTo>
                  <a:lnTo>
                    <a:pt x="202" y="46"/>
                  </a:lnTo>
                  <a:lnTo>
                    <a:pt x="170" y="42"/>
                  </a:lnTo>
                  <a:lnTo>
                    <a:pt x="170" y="42"/>
                  </a:lnTo>
                  <a:lnTo>
                    <a:pt x="134" y="36"/>
                  </a:lnTo>
                  <a:lnTo>
                    <a:pt x="118" y="30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74" y="12"/>
                  </a:lnTo>
                  <a:lnTo>
                    <a:pt x="50" y="4"/>
                  </a:lnTo>
                  <a:lnTo>
                    <a:pt x="36" y="2"/>
                  </a:lnTo>
                  <a:lnTo>
                    <a:pt x="28" y="2"/>
                  </a:lnTo>
                  <a:lnTo>
                    <a:pt x="0" y="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6" name="Freeform 169"/>
            <p:cNvSpPr/>
            <p:nvPr/>
          </p:nvSpPr>
          <p:spPr bwMode="auto">
            <a:xfrm>
              <a:off x="3803650" y="3111500"/>
              <a:ext cx="701675" cy="307975"/>
            </a:xfrm>
            <a:custGeom>
              <a:avLst/>
              <a:gdLst/>
              <a:ahLst/>
              <a:cxnLst>
                <a:cxn ang="0">
                  <a:pos x="442" y="166"/>
                </a:cxn>
                <a:cxn ang="0">
                  <a:pos x="442" y="166"/>
                </a:cxn>
                <a:cxn ang="0">
                  <a:pos x="434" y="162"/>
                </a:cxn>
                <a:cxn ang="0">
                  <a:pos x="418" y="152"/>
                </a:cxn>
                <a:cxn ang="0">
                  <a:pos x="394" y="140"/>
                </a:cxn>
                <a:cxn ang="0">
                  <a:pos x="380" y="136"/>
                </a:cxn>
                <a:cxn ang="0">
                  <a:pos x="366" y="132"/>
                </a:cxn>
                <a:cxn ang="0">
                  <a:pos x="366" y="132"/>
                </a:cxn>
                <a:cxn ang="0">
                  <a:pos x="340" y="128"/>
                </a:cxn>
                <a:cxn ang="0">
                  <a:pos x="318" y="122"/>
                </a:cxn>
                <a:cxn ang="0">
                  <a:pos x="296" y="114"/>
                </a:cxn>
                <a:cxn ang="0">
                  <a:pos x="276" y="102"/>
                </a:cxn>
                <a:cxn ang="0">
                  <a:pos x="276" y="102"/>
                </a:cxn>
                <a:cxn ang="0">
                  <a:pos x="256" y="86"/>
                </a:cxn>
                <a:cxn ang="0">
                  <a:pos x="232" y="70"/>
                </a:cxn>
                <a:cxn ang="0">
                  <a:pos x="218" y="62"/>
                </a:cxn>
                <a:cxn ang="0">
                  <a:pos x="204" y="54"/>
                </a:cxn>
                <a:cxn ang="0">
                  <a:pos x="188" y="48"/>
                </a:cxn>
                <a:cxn ang="0">
                  <a:pos x="172" y="44"/>
                </a:cxn>
                <a:cxn ang="0">
                  <a:pos x="172" y="44"/>
                </a:cxn>
                <a:cxn ang="0">
                  <a:pos x="116" y="36"/>
                </a:cxn>
                <a:cxn ang="0">
                  <a:pos x="92" y="3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42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8" y="12"/>
                </a:cxn>
                <a:cxn ang="0">
                  <a:pos x="36" y="22"/>
                </a:cxn>
                <a:cxn ang="0">
                  <a:pos x="62" y="32"/>
                </a:cxn>
                <a:cxn ang="0">
                  <a:pos x="62" y="32"/>
                </a:cxn>
                <a:cxn ang="0">
                  <a:pos x="88" y="44"/>
                </a:cxn>
                <a:cxn ang="0">
                  <a:pos x="108" y="56"/>
                </a:cxn>
                <a:cxn ang="0">
                  <a:pos x="154" y="90"/>
                </a:cxn>
                <a:cxn ang="0">
                  <a:pos x="154" y="90"/>
                </a:cxn>
                <a:cxn ang="0">
                  <a:pos x="168" y="98"/>
                </a:cxn>
                <a:cxn ang="0">
                  <a:pos x="182" y="106"/>
                </a:cxn>
                <a:cxn ang="0">
                  <a:pos x="198" y="110"/>
                </a:cxn>
                <a:cxn ang="0">
                  <a:pos x="214" y="114"/>
                </a:cxn>
                <a:cxn ang="0">
                  <a:pos x="242" y="118"/>
                </a:cxn>
                <a:cxn ang="0">
                  <a:pos x="268" y="122"/>
                </a:cxn>
                <a:cxn ang="0">
                  <a:pos x="268" y="122"/>
                </a:cxn>
                <a:cxn ang="0">
                  <a:pos x="290" y="128"/>
                </a:cxn>
                <a:cxn ang="0">
                  <a:pos x="312" y="138"/>
                </a:cxn>
                <a:cxn ang="0">
                  <a:pos x="332" y="150"/>
                </a:cxn>
                <a:cxn ang="0">
                  <a:pos x="354" y="164"/>
                </a:cxn>
                <a:cxn ang="0">
                  <a:pos x="354" y="164"/>
                </a:cxn>
                <a:cxn ang="0">
                  <a:pos x="366" y="172"/>
                </a:cxn>
                <a:cxn ang="0">
                  <a:pos x="378" y="178"/>
                </a:cxn>
                <a:cxn ang="0">
                  <a:pos x="402" y="188"/>
                </a:cxn>
                <a:cxn ang="0">
                  <a:pos x="422" y="192"/>
                </a:cxn>
                <a:cxn ang="0">
                  <a:pos x="430" y="194"/>
                </a:cxn>
                <a:cxn ang="0">
                  <a:pos x="442" y="166"/>
                </a:cxn>
              </a:cxnLst>
              <a:rect l="0" t="0" r="r" b="b"/>
              <a:pathLst>
                <a:path w="442" h="194">
                  <a:moveTo>
                    <a:pt x="442" y="166"/>
                  </a:moveTo>
                  <a:lnTo>
                    <a:pt x="442" y="166"/>
                  </a:lnTo>
                  <a:lnTo>
                    <a:pt x="434" y="162"/>
                  </a:lnTo>
                  <a:lnTo>
                    <a:pt x="418" y="152"/>
                  </a:lnTo>
                  <a:lnTo>
                    <a:pt x="394" y="140"/>
                  </a:lnTo>
                  <a:lnTo>
                    <a:pt x="380" y="136"/>
                  </a:lnTo>
                  <a:lnTo>
                    <a:pt x="366" y="132"/>
                  </a:lnTo>
                  <a:lnTo>
                    <a:pt x="366" y="132"/>
                  </a:lnTo>
                  <a:lnTo>
                    <a:pt x="340" y="128"/>
                  </a:lnTo>
                  <a:lnTo>
                    <a:pt x="318" y="122"/>
                  </a:lnTo>
                  <a:lnTo>
                    <a:pt x="296" y="114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56" y="86"/>
                  </a:lnTo>
                  <a:lnTo>
                    <a:pt x="232" y="70"/>
                  </a:lnTo>
                  <a:lnTo>
                    <a:pt x="218" y="62"/>
                  </a:lnTo>
                  <a:lnTo>
                    <a:pt x="204" y="54"/>
                  </a:lnTo>
                  <a:lnTo>
                    <a:pt x="188" y="48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16" y="36"/>
                  </a:lnTo>
                  <a:lnTo>
                    <a:pt x="92" y="30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42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6" y="22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88" y="44"/>
                  </a:lnTo>
                  <a:lnTo>
                    <a:pt x="108" y="56"/>
                  </a:lnTo>
                  <a:lnTo>
                    <a:pt x="154" y="90"/>
                  </a:lnTo>
                  <a:lnTo>
                    <a:pt x="154" y="90"/>
                  </a:lnTo>
                  <a:lnTo>
                    <a:pt x="168" y="98"/>
                  </a:lnTo>
                  <a:lnTo>
                    <a:pt x="182" y="106"/>
                  </a:lnTo>
                  <a:lnTo>
                    <a:pt x="198" y="110"/>
                  </a:lnTo>
                  <a:lnTo>
                    <a:pt x="214" y="114"/>
                  </a:lnTo>
                  <a:lnTo>
                    <a:pt x="242" y="118"/>
                  </a:lnTo>
                  <a:lnTo>
                    <a:pt x="268" y="122"/>
                  </a:lnTo>
                  <a:lnTo>
                    <a:pt x="268" y="122"/>
                  </a:lnTo>
                  <a:lnTo>
                    <a:pt x="290" y="128"/>
                  </a:lnTo>
                  <a:lnTo>
                    <a:pt x="312" y="138"/>
                  </a:lnTo>
                  <a:lnTo>
                    <a:pt x="332" y="150"/>
                  </a:lnTo>
                  <a:lnTo>
                    <a:pt x="354" y="164"/>
                  </a:lnTo>
                  <a:lnTo>
                    <a:pt x="354" y="164"/>
                  </a:lnTo>
                  <a:lnTo>
                    <a:pt x="366" y="172"/>
                  </a:lnTo>
                  <a:lnTo>
                    <a:pt x="378" y="178"/>
                  </a:lnTo>
                  <a:lnTo>
                    <a:pt x="402" y="188"/>
                  </a:lnTo>
                  <a:lnTo>
                    <a:pt x="422" y="192"/>
                  </a:lnTo>
                  <a:lnTo>
                    <a:pt x="430" y="194"/>
                  </a:lnTo>
                  <a:lnTo>
                    <a:pt x="442" y="16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7" name="Freeform 170"/>
            <p:cNvSpPr/>
            <p:nvPr/>
          </p:nvSpPr>
          <p:spPr bwMode="auto">
            <a:xfrm>
              <a:off x="4029075" y="3203575"/>
              <a:ext cx="155575" cy="66675"/>
            </a:xfrm>
            <a:custGeom>
              <a:avLst/>
              <a:gdLst/>
              <a:ahLst/>
              <a:cxnLst>
                <a:cxn ang="0">
                  <a:pos x="44" y="30"/>
                </a:cxn>
                <a:cxn ang="0">
                  <a:pos x="44" y="30"/>
                </a:cxn>
                <a:cxn ang="0">
                  <a:pos x="60" y="36"/>
                </a:cxn>
                <a:cxn ang="0">
                  <a:pos x="76" y="40"/>
                </a:cxn>
                <a:cxn ang="0">
                  <a:pos x="88" y="42"/>
                </a:cxn>
                <a:cxn ang="0">
                  <a:pos x="98" y="42"/>
                </a:cxn>
                <a:cxn ang="0">
                  <a:pos x="98" y="42"/>
                </a:cxn>
                <a:cxn ang="0">
                  <a:pos x="92" y="34"/>
                </a:cxn>
                <a:cxn ang="0">
                  <a:pos x="82" y="26"/>
                </a:cxn>
                <a:cxn ang="0">
                  <a:pos x="68" y="18"/>
                </a:cxn>
                <a:cxn ang="0">
                  <a:pos x="54" y="10"/>
                </a:cxn>
                <a:cxn ang="0">
                  <a:pos x="54" y="10"/>
                </a:cxn>
                <a:cxn ang="0">
                  <a:pos x="38" y="6"/>
                </a:cxn>
                <a:cxn ang="0">
                  <a:pos x="22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8"/>
                </a:cxn>
                <a:cxn ang="0">
                  <a:pos x="16" y="16"/>
                </a:cxn>
                <a:cxn ang="0">
                  <a:pos x="30" y="24"/>
                </a:cxn>
                <a:cxn ang="0">
                  <a:pos x="44" y="30"/>
                </a:cxn>
                <a:cxn ang="0">
                  <a:pos x="44" y="30"/>
                </a:cxn>
              </a:cxnLst>
              <a:rect l="0" t="0" r="r" b="b"/>
              <a:pathLst>
                <a:path w="98" h="42">
                  <a:moveTo>
                    <a:pt x="44" y="30"/>
                  </a:moveTo>
                  <a:lnTo>
                    <a:pt x="44" y="30"/>
                  </a:lnTo>
                  <a:lnTo>
                    <a:pt x="60" y="36"/>
                  </a:lnTo>
                  <a:lnTo>
                    <a:pt x="76" y="40"/>
                  </a:lnTo>
                  <a:lnTo>
                    <a:pt x="88" y="42"/>
                  </a:lnTo>
                  <a:lnTo>
                    <a:pt x="98" y="42"/>
                  </a:lnTo>
                  <a:lnTo>
                    <a:pt x="98" y="42"/>
                  </a:lnTo>
                  <a:lnTo>
                    <a:pt x="92" y="34"/>
                  </a:lnTo>
                  <a:lnTo>
                    <a:pt x="82" y="26"/>
                  </a:lnTo>
                  <a:lnTo>
                    <a:pt x="68" y="18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38" y="6"/>
                  </a:lnTo>
                  <a:lnTo>
                    <a:pt x="22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8"/>
                  </a:lnTo>
                  <a:lnTo>
                    <a:pt x="16" y="16"/>
                  </a:lnTo>
                  <a:lnTo>
                    <a:pt x="30" y="24"/>
                  </a:lnTo>
                  <a:lnTo>
                    <a:pt x="44" y="30"/>
                  </a:lnTo>
                  <a:lnTo>
                    <a:pt x="44" y="30"/>
                  </a:lnTo>
                  <a:close/>
                </a:path>
              </a:pathLst>
            </a:custGeom>
            <a:solidFill>
              <a:srgbClr val="FFC800"/>
            </a:solidFill>
            <a:ln w="9525">
              <a:noFill/>
              <a:round/>
            </a:ln>
            <a:effectLst/>
            <a:sp3d prstMaterial="clear">
              <a:bevelT h="63500"/>
            </a:sp3d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25908" y="5589240"/>
            <a:ext cx="1143000" cy="114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5" Type="http://schemas.openxmlformats.org/officeDocument/2006/relationships/theme" Target="../theme/theme2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9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35.xml"/><Relationship Id="rId4" Type="http://schemas.openxmlformats.org/officeDocument/2006/relationships/image" Target="../media/image7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24.xml"/><Relationship Id="rId10" Type="http://schemas.openxmlformats.org/officeDocument/2006/relationships/tags" Target="../tags/tag144.xml"/><Relationship Id="rId1" Type="http://schemas.openxmlformats.org/officeDocument/2006/relationships/tags" Target="../tags/tag13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48.xml"/><Relationship Id="rId4" Type="http://schemas.openxmlformats.org/officeDocument/2006/relationships/image" Target="../media/image7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52.xml"/><Relationship Id="rId4" Type="http://schemas.openxmlformats.org/officeDocument/2006/relationships/image" Target="../media/image7.png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56.xml"/><Relationship Id="rId4" Type="http://schemas.openxmlformats.org/officeDocument/2006/relationships/image" Target="../media/image7.png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image" Target="../media/image7.png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image" Target="../media/image7.png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24.xml"/><Relationship Id="rId10" Type="http://schemas.openxmlformats.org/officeDocument/2006/relationships/tags" Target="../tags/tag177.xml"/><Relationship Id="rId1" Type="http://schemas.openxmlformats.org/officeDocument/2006/relationships/tags" Target="../tags/tag16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image" Target="../media/image7.png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image" Target="../media/image7.png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image" Target="../media/image7.png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96.xml"/><Relationship Id="rId4" Type="http://schemas.openxmlformats.org/officeDocument/2006/relationships/image" Target="../media/image7.png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99.xml"/><Relationship Id="rId3" Type="http://schemas.openxmlformats.org/officeDocument/2006/relationships/image" Target="../media/image7.png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02.xml"/><Relationship Id="rId3" Type="http://schemas.openxmlformats.org/officeDocument/2006/relationships/image" Target="../media/image7.png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05.xml"/><Relationship Id="rId3" Type="http://schemas.openxmlformats.org/officeDocument/2006/relationships/image" Target="../media/image7.png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08.xml"/><Relationship Id="rId3" Type="http://schemas.openxmlformats.org/officeDocument/2006/relationships/image" Target="../media/image7.png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212.xml"/><Relationship Id="rId4" Type="http://schemas.openxmlformats.org/officeDocument/2006/relationships/image" Target="../media/image7.png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21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0" Type="http://schemas.openxmlformats.org/officeDocument/2006/relationships/notesSlide" Target="../notesSlides/notesSlide18.xml"/><Relationship Id="rId1" Type="http://schemas.openxmlformats.org/officeDocument/2006/relationships/tags" Target="../tags/tag21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226.xml"/><Relationship Id="rId4" Type="http://schemas.openxmlformats.org/officeDocument/2006/relationships/image" Target="../media/image7.png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22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232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tags" Target="../tags/tag231.xml"/><Relationship Id="rId4" Type="http://schemas.openxmlformats.org/officeDocument/2006/relationships/image" Target="../media/image7.png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22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237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tags" Target="../tags/tag236.xml"/><Relationship Id="rId4" Type="http://schemas.openxmlformats.org/officeDocument/2006/relationships/image" Target="../media/image7.png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0" Type="http://schemas.openxmlformats.org/officeDocument/2006/relationships/notesSlide" Target="../notesSlides/notesSlide21.xml"/><Relationship Id="rId1" Type="http://schemas.openxmlformats.org/officeDocument/2006/relationships/tags" Target="../tags/tag23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tags" Target="../tags/tag241.xml"/><Relationship Id="rId4" Type="http://schemas.openxmlformats.org/officeDocument/2006/relationships/image" Target="../media/image7.png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1" Type="http://schemas.openxmlformats.org/officeDocument/2006/relationships/notesSlide" Target="../notesSlides/notesSlide22.x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23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0" Type="http://schemas.openxmlformats.org/officeDocument/2006/relationships/notesSlide" Target="../notesSlides/notesSlide23.xml"/><Relationship Id="rId1" Type="http://schemas.openxmlformats.org/officeDocument/2006/relationships/tags" Target="../tags/tag243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7.png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0" Type="http://schemas.openxmlformats.org/officeDocument/2006/relationships/notesSlide" Target="../notesSlides/notesSlide24.xml"/><Relationship Id="rId1" Type="http://schemas.openxmlformats.org/officeDocument/2006/relationships/tags" Target="../tags/tag24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55.xml"/><Relationship Id="rId3" Type="http://schemas.openxmlformats.org/officeDocument/2006/relationships/image" Target="../media/image7.png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259.xml"/><Relationship Id="rId4" Type="http://schemas.openxmlformats.org/officeDocument/2006/relationships/image" Target="../media/image7.png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263.xml"/><Relationship Id="rId4" Type="http://schemas.openxmlformats.org/officeDocument/2006/relationships/image" Target="../media/image7.png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267.xml"/><Relationship Id="rId4" Type="http://schemas.openxmlformats.org/officeDocument/2006/relationships/image" Target="../media/image7.png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Object 2103"/>
          <p:cNvSpPr txBox="1"/>
          <p:nvPr>
            <p:custDataLst>
              <p:tags r:id="rId1"/>
            </p:custDataLst>
          </p:nvPr>
        </p:nvSpPr>
        <p:spPr>
          <a:xfrm>
            <a:off x="2351405" y="3500755"/>
            <a:ext cx="7355205" cy="445135"/>
          </a:xfrm>
          <a:prstGeom prst="rect">
            <a:avLst/>
          </a:prstGeom>
          <a:ln w="3175">
            <a:miter lim="400000"/>
          </a:ln>
        </p:spPr>
        <p:txBody>
          <a:bodyPr wrap="square" lIns="101600" tIns="38100" rIns="76200" bIns="38100"/>
          <a:lstStyle>
            <a:lvl1pPr algn="ctr">
              <a:defRPr sz="2400" spc="73">
                <a:solidFill>
                  <a:srgbClr val="FFE3B9"/>
                </a:solidFill>
                <a:latin typeface="YouSheBiaoTiHei"/>
                <a:ea typeface="YouSheBiaoTiHei"/>
                <a:cs typeface="YouSheBiaoTiHei"/>
                <a:sym typeface="YouSheBiaoTiHe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spc="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第二讲</a:t>
            </a:r>
            <a:r>
              <a:rPr lang="en-US" altLang="zh-CN" sz="4400" spc="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4400" spc="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博弈论的前世今生</a:t>
            </a:r>
            <a:endParaRPr lang="zh-CN" altLang="en-US" sz="4400" spc="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9" name="Object 2105"/>
          <p:cNvSpPr txBox="1"/>
          <p:nvPr>
            <p:custDataLst>
              <p:tags r:id="rId2"/>
            </p:custDataLst>
          </p:nvPr>
        </p:nvSpPr>
        <p:spPr>
          <a:xfrm>
            <a:off x="2401570" y="1268730"/>
            <a:ext cx="7388225" cy="1583690"/>
          </a:xfrm>
          <a:prstGeom prst="rect">
            <a:avLst/>
          </a:prstGeom>
          <a:ln w="3175">
            <a:miter lim="400000"/>
          </a:ln>
        </p:spPr>
        <p:txBody>
          <a:bodyPr lIns="101600" tIns="38100" rIns="63500" bIns="38100" anchor="b" anchorCtr="0"/>
          <a:lstStyle>
            <a:lvl1pPr algn="ctr">
              <a:defRPr sz="12400" spc="372">
                <a:solidFill>
                  <a:srgbClr val="FFFFFF"/>
                </a:solidFill>
                <a:latin typeface="YouSheBiaoTiHei"/>
                <a:ea typeface="YouSheBiaoTiHei"/>
                <a:cs typeface="YouSheBiaoTiHei"/>
                <a:sym typeface="YouSheBiaoTiHe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 spc="3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博弈论与信息经济学</a:t>
            </a:r>
            <a:endParaRPr lang="zh-CN" altLang="en-US" sz="4800" spc="3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29805" y="319659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object 8"/>
          <p:cNvSpPr txBox="1"/>
          <p:nvPr/>
        </p:nvSpPr>
        <p:spPr>
          <a:xfrm>
            <a:off x="9264015" y="3945890"/>
            <a:ext cx="2673985" cy="2277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4000" b="1" spc="-5" dirty="0">
                <a:solidFill>
                  <a:srgbClr val="3333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cs typeface="华文中宋" panose="02010600040101010101" charset="-122"/>
              </a:rPr>
              <a:t>             </a:t>
            </a:r>
            <a:endParaRPr lang="en-US" altLang="zh-CN" sz="4000" b="1" spc="-5" dirty="0">
              <a:solidFill>
                <a:srgbClr val="33339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lang="en-US" altLang="zh-CN"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cs typeface="华文中宋" panose="02010600040101010101" charset="-122"/>
              </a:rPr>
              <a:t>                        </a:t>
            </a:r>
            <a:endParaRPr lang="en-US" altLang="zh-CN" sz="2800" spc="-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lang="en-US" altLang="zh-CN"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cs typeface="华文中宋" panose="02010600040101010101" charset="-122"/>
              </a:rPr>
              <a:t>    </a:t>
            </a:r>
            <a:r>
              <a:rPr lang="en-US" altLang="zh-CN" sz="32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cs typeface="华文中宋" panose="02010600040101010101" charset="-122"/>
              </a:rPr>
              <a:t>  </a:t>
            </a:r>
            <a:r>
              <a:rPr lang="zh-CN" altLang="en-US"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cs typeface="华文中宋" panose="02010600040101010101" charset="-122"/>
              </a:rPr>
              <a:t>王梦晨     </a:t>
            </a:r>
            <a:endParaRPr lang="en-US" altLang="zh-CN" sz="2400" spc="-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cs typeface="华文中宋" panose="02010600040101010101" charset="-122"/>
              </a:rPr>
              <a:t>杭州电子科技大学 </a:t>
            </a:r>
            <a:endParaRPr lang="en-US" altLang="zh-CN" sz="2400" spc="-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cs typeface="华文中宋" panose="02010600040101010101" charset="-122"/>
              </a:rPr>
              <a:t>     经济学院</a:t>
            </a:r>
            <a:endParaRPr lang="zh-CN" altLang="en-US" sz="2400" spc="-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4"/>
          <p:cNvSpPr>
            <a:spLocks noGrp="1" noChangeArrowheads="1"/>
          </p:cNvSpPr>
          <p:nvPr>
            <p:ph type="title"/>
          </p:nvPr>
        </p:nvSpPr>
        <p:spPr>
          <a:xfrm>
            <a:off x="2423160" y="620395"/>
            <a:ext cx="7055485" cy="857250"/>
          </a:xfrm>
        </p:spPr>
        <p:txBody>
          <a:bodyPr/>
          <a:lstStyle/>
          <a:p>
            <a:pPr algn="ctr" eaLnBrk="1" hangingPunct="1">
              <a:buClrTx/>
              <a:buSzTx/>
              <a:buFontTx/>
            </a:pPr>
            <a:r>
              <a:rPr lang="zh-CN" altLang="en-US" sz="4000"/>
              <a:t>第二讲：博弈论的前世今生</a:t>
            </a:r>
            <a:endParaRPr lang="zh-CN" altLang="en-US" sz="4000"/>
          </a:p>
        </p:txBody>
      </p:sp>
      <p:sp>
        <p:nvSpPr>
          <p:cNvPr id="8195" name="AutoShape 5"/>
          <p:cNvSpPr>
            <a:spLocks noGrp="1" noChangeArrowheads="1"/>
          </p:cNvSpPr>
          <p:nvPr>
            <p:ph type="body" idx="1"/>
          </p:nvPr>
        </p:nvSpPr>
        <p:spPr>
          <a:xfrm>
            <a:off x="3647440" y="1700530"/>
            <a:ext cx="6317615" cy="4389755"/>
          </a:xfrm>
          <a:extLst>
            <a:ext uri="{91240B29-F687-4F45-9708-019B960494DF}">
              <a14:hiddenLine xmlns:a14="http://schemas.microsoft.com/office/drawing/2010/main" w="28575">
                <a:solidFill>
                  <a:schemeClr val="accent1"/>
                </a:solidFill>
                <a:round/>
              </a14:hiddenLine>
            </a:ext>
          </a:extLst>
        </p:spPr>
        <p:txBody>
          <a:bodyPr/>
          <a:lstStyle/>
          <a:p>
            <a:pPr marL="812800" indent="-812800" algn="l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CC"/>
                </a:solidFill>
              </a:rPr>
              <a:t>       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     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主要内容</a:t>
            </a:r>
            <a:endParaRPr lang="zh-CN" altLang="en-US" sz="2400" dirty="0" smtClean="0">
              <a:solidFill>
                <a:srgbClr val="0000CC"/>
              </a:solidFill>
            </a:endParaRPr>
          </a:p>
          <a:p>
            <a:pPr eaLnBrk="1" hangingPunct="1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zh-CN" altLang="en-US" sz="2800" dirty="0" smtClean="0">
                <a:solidFill>
                  <a:srgbClr val="002060"/>
                </a:solidFill>
              </a:rPr>
              <a:t>博弈论的早期研究</a:t>
            </a:r>
            <a:endParaRPr lang="zh-CN" altLang="en-US" sz="2800" dirty="0" smtClean="0">
              <a:solidFill>
                <a:srgbClr val="002060"/>
              </a:solidFill>
            </a:endParaRPr>
          </a:p>
          <a:p>
            <a:pPr eaLnBrk="1" hangingPunct="1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zh-CN" altLang="en-US" sz="2800" dirty="0" smtClean="0">
                <a:solidFill>
                  <a:srgbClr val="002060"/>
                </a:solidFill>
              </a:rPr>
              <a:t>博弈论的形成</a:t>
            </a:r>
            <a:endParaRPr lang="zh-CN" altLang="en-US" sz="2800" dirty="0" smtClean="0">
              <a:solidFill>
                <a:srgbClr val="002060"/>
              </a:solidFill>
            </a:endParaRPr>
          </a:p>
          <a:p>
            <a:pPr eaLnBrk="1" hangingPunct="1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zh-CN" altLang="en-US" sz="2800" dirty="0" smtClean="0">
                <a:solidFill>
                  <a:srgbClr val="002060"/>
                </a:solidFill>
              </a:rPr>
              <a:t>博弈论的成长和发展</a:t>
            </a:r>
            <a:endParaRPr lang="zh-CN" altLang="en-US" sz="2800" dirty="0" smtClean="0">
              <a:solidFill>
                <a:srgbClr val="002060"/>
              </a:solidFill>
            </a:endParaRPr>
          </a:p>
          <a:p>
            <a:pPr eaLnBrk="1" hangingPunct="1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zh-CN" altLang="en-US" sz="2800" dirty="0" smtClean="0">
                <a:solidFill>
                  <a:srgbClr val="002060"/>
                </a:solidFill>
              </a:rPr>
              <a:t>博弈论的成熟及与主流经济的融合</a:t>
            </a:r>
            <a:endParaRPr lang="zh-CN" altLang="en-US" sz="2800" dirty="0" smtClean="0">
              <a:solidFill>
                <a:srgbClr val="002060"/>
              </a:solidFill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博弈论的早期研究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839470" y="620395"/>
            <a:ext cx="10069830" cy="31623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博弈论历史没有公认答案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对具有策略依存特点决策问题的研究可上溯到18世纪初甚至更早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博弈论真正的发展在</a:t>
            </a:r>
            <a:r>
              <a:rPr altLang="zh-CN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世纪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博弈论总体上仍然是发展中的学科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博弈论的早期研究：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先知们不自觉的博弈论工作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6"/>
          <p:cNvSpPr txBox="1"/>
          <p:nvPr>
            <p:custDataLst>
              <p:tags r:id="rId3"/>
            </p:custDataLst>
          </p:nvPr>
        </p:nvSpPr>
        <p:spPr>
          <a:xfrm>
            <a:off x="2034540" y="1593215"/>
            <a:ext cx="8506460" cy="44323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古代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田忌齐王赛马、孙子兵法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巴比伦犹太教法典(婚姻契约问题)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现代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古诺模型(1838)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埃奇沃斯的“契约线”(1881)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伯川德模型(1883)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特点</a:t>
            </a:r>
            <a:r>
              <a:rPr lang="zh-CN" altLang="en-US" sz="2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有感性认识，无理性剖析；只有故事，没有理论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1501679" y="1351895"/>
            <a:ext cx="9170721" cy="491568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5"/>
            </p:custDataLst>
          </p:nvPr>
        </p:nvCxnSpPr>
        <p:spPr>
          <a:xfrm>
            <a:off x="1651903" y="1066589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1501677" y="1137347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7"/>
            </p:custDataLst>
          </p:nvPr>
        </p:nvCxnSpPr>
        <p:spPr>
          <a:xfrm>
            <a:off x="10135418" y="6142553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8"/>
            </p:custDataLst>
          </p:nvPr>
        </p:nvCxnSpPr>
        <p:spPr>
          <a:xfrm>
            <a:off x="10285644" y="6071795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博弈论的早期研究：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先知们不自觉的博弈论工作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6"/>
          <p:cNvSpPr txBox="1"/>
          <p:nvPr>
            <p:custDataLst>
              <p:tags r:id="rId3"/>
            </p:custDataLst>
          </p:nvPr>
        </p:nvSpPr>
        <p:spPr>
          <a:xfrm>
            <a:off x="903605" y="762000"/>
            <a:ext cx="10384790" cy="478218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古代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just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“穷寇莫追，围师必阙”，出自《孙子兵法》。意思是说：对于陷入绝境的敌人，不要过分地逼迫，以免敌人孤注一掷、垂死挣扎；围剿敌人的时候，要留下一个缺口，避免敌人做困兽之斗。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在博弈论当中，博弈参与者所面对的策略选择空间越大，看起来是有利的，但未必一定是好事，因为这时候会降低对手选择有利于你的策略的可能性。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国古代，尤其战国时期和三国时期，这样的案例非常多，那就是围城留缺，围住一座城池，必然留一个缺口，围住三面而留一面只设防不围堵。这就是为了防止敌人，困兽犹斗作拼死挣扎，减少不必要的伤亡。孙子曰，攻城为下，攻心为上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博弈论的早期研究：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理论的准备(1910~</a:t>
            </a:r>
            <a:r>
              <a:rPr lang="en-US" altLang="zh-CN" sz="2800" dirty="0">
                <a:solidFill>
                  <a:schemeClr val="accent1"/>
                </a:solidFill>
                <a:sym typeface="+mn-ea"/>
              </a:rPr>
              <a:t>19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50)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982980" y="692785"/>
            <a:ext cx="10069830" cy="455485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零和博弈和混合策略研探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齐默罗的象棋博弈用逆推归纳法证明象棋的“齐默罗定理”——如果双方都没有失误，先手方始终有先手之利，但不足以获胜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(1913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波雷尔的零和博弈混合策略和极小化极大解(1921~</a:t>
            </a:r>
            <a:r>
              <a:rPr lang="en-US" altLang="zh-CN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27)。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冯·诺依曼和摩根斯坦诺伊曼和摩根斯坦扩展形博弈定义，证明有限策略两人零和博弈有确定结果（1928）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特点</a:t>
            </a:r>
            <a:r>
              <a:rPr lang="zh-CN" altLang="en-US" sz="2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开始程式化(尤其数学模型化) 研究博弈问题，已对均衡问题给予较大关注，将其与“解”联系起来。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博弈论的形成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839470" y="908685"/>
            <a:ext cx="10069830" cy="42030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>
                <a:ln w="3175">
                  <a:noFill/>
                  <a:prstDash val="dash"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博弈论形成的标志：</a:t>
            </a: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冯·诺依曼</a:t>
            </a: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和摩根斯特恩《博弈论和经济行为》（Theory of Games and Economic Behavior）（1944）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28650" lvl="1" indent="-34290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引进扩展形(extensive form)表示和正规形(normal form)或称策略形(strategy</a:t>
            </a:r>
            <a:r>
              <a:rPr lang="en-US" altLang="zh-CN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form)、矩阵形(matrix form)表示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28650" lvl="1" indent="-34290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提出稳定集(stable sets)解概念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28650" lvl="1" indent="-34290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正式提出创造博弈论一般理论的主意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28650" lvl="1" indent="-34290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给出博弈论研究的一般框架、概念术语和表述方法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1" indent="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</a:pP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博弈论的成长和发展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839470" y="1124585"/>
            <a:ext cx="10069830" cy="42030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p"/>
            </a:pPr>
            <a:r>
              <a:rPr altLang="zh-CN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纪世纪40年代末到90年代是博弈论成长、发展到成熟的重要阶段。除了理论发展自身规律的作用以外，全球政治、军事、经济特定环境条件的影响（战争和冷战时期的军事对抗和威慑策略研究的需要，经济竞争、国际经济竞争的加剧），以及经济学理论发展本身的需要等，都起了重要的作用。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p"/>
            </a:pPr>
            <a:r>
              <a:rPr altLang="zh-CN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世纪40年代末到70年代末是博弈论发展中最重要的一个阶段。虽然这一阶段博弈理论体系比较乱，概念和分析方法很不统一，在经济学中的作用和影响比较有限，但博弈论研究的繁荣和进展非常显著，</a:t>
            </a: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是80、90年代博弈论成熟和对经济学革命的基础。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1" indent="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</a:pP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博弈论的成长和发展：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第一个研究高潮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839470" y="923925"/>
            <a:ext cx="10069830" cy="239458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p"/>
            </a:pPr>
            <a:r>
              <a:rPr altLang="zh-CN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世纪</a:t>
            </a:r>
            <a:r>
              <a:rPr altLang="zh-CN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</a:t>
            </a: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年代末和</a:t>
            </a:r>
            <a:r>
              <a:rPr altLang="zh-CN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</a:t>
            </a: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年代初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p"/>
            </a:pP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奥曼(R.J.Aumann):“40年代末50年代初是博弈论历史上令人振奋的时期，原理已经破茧而出，正在试飞它们的双翅，活跃着一批巨人。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博弈论的成长和发展：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第一个研究高潮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839470" y="980440"/>
            <a:ext cx="10069830" cy="38195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1950年纳什提出“纳什均衡”概念和证明纳什定理，成为发展非合作博弈的基础理论。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1950年Melvin Dresher和Merrill Flood在兰德公司（美国空军）“囚徒的困境”实验，Howard Raiffa独立进行这个实验；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1952-1953年期间L.S.Shapley和D.B.Gillies提出“核”作为合作博弈的一般解概念。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 algn="just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2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Shapley提出了合作博弈的“Shapley值”概念等。</a:t>
            </a:r>
            <a:endParaRPr lang="zh-CN" altLang="en-US" sz="2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博弈论的成长和发展：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理论奠基(1950~</a:t>
            </a:r>
            <a:r>
              <a:rPr lang="en-US" altLang="zh-CN" sz="2800" dirty="0">
                <a:solidFill>
                  <a:schemeClr val="accent1"/>
                </a:solidFill>
                <a:sym typeface="+mn-ea"/>
              </a:rPr>
              <a:t>19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70)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6"/>
          <p:cNvSpPr txBox="1"/>
          <p:nvPr>
            <p:custDataLst>
              <p:tags r:id="rId3"/>
            </p:custDataLst>
          </p:nvPr>
        </p:nvSpPr>
        <p:spPr>
          <a:xfrm>
            <a:off x="2034342" y="1593536"/>
            <a:ext cx="8105392" cy="44324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大量人文学科的概念浸透，如理性、效用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效用理论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30250" lvl="2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●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伯努利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30250" lvl="2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●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(亚里士多德→……)休谟→边沁→穆勒→李嘉图→戈森……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从零和博弈到非合作博弈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纳什(信息完全静态)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海萨尼和泽尔腾(信息不完全和动态) 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史密斯(演化) 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501679" y="1351895"/>
            <a:ext cx="9170721" cy="491568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1651903" y="1066589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6"/>
            </p:custDataLst>
          </p:nvPr>
        </p:nvCxnSpPr>
        <p:spPr>
          <a:xfrm>
            <a:off x="1501677" y="1137347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7"/>
            </p:custDataLst>
          </p:nvPr>
        </p:nvCxnSpPr>
        <p:spPr>
          <a:xfrm>
            <a:off x="10135418" y="6142553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>
            <a:off x="10285644" y="6071795"/>
            <a:ext cx="410332" cy="410332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79425" y="764540"/>
            <a:ext cx="1102233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文本框 6"/>
          <p:cNvSpPr txBox="1"/>
          <p:nvPr>
            <p:custDataLst>
              <p:tags r:id="rId4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博弈论的成长和发展：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理论奠基(1950~</a:t>
            </a:r>
            <a:r>
              <a:rPr lang="en-US" altLang="zh-CN" sz="2800" dirty="0">
                <a:solidFill>
                  <a:schemeClr val="accent1"/>
                </a:solidFill>
                <a:sym typeface="+mn-ea"/>
              </a:rPr>
              <a:t>19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70)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9470" y="980440"/>
            <a:ext cx="10128885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1954-1955年提出了“微分博弈”的概念。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奥曼则在1959年提出了“强均衡”的概念。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“重复博弈”也是在50年代末开始研究的，这自然引出了关于重复博弈的“民间定理”。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1960年Thomas C.Schelling的《冲突的策略》(The Strategy of Conflict)对社会经济军事等各方面问题的博弈分析，引进了“焦点”的概念。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博弈论在进化生物学中的公开应用也是在60年代初出现的。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79425" y="764540"/>
            <a:ext cx="1102233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文本框 6"/>
          <p:cNvSpPr txBox="1"/>
          <p:nvPr>
            <p:custDataLst>
              <p:tags r:id="rId4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博弈论的成长和发展：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理论奠基(1950~</a:t>
            </a:r>
            <a:r>
              <a:rPr lang="en-US" altLang="zh-CN" sz="2800" dirty="0">
                <a:solidFill>
                  <a:schemeClr val="accent1"/>
                </a:solidFill>
                <a:sym typeface="+mn-ea"/>
              </a:rPr>
              <a:t>19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70)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67080" y="1124585"/>
            <a:ext cx="1044956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塞尔腾(Selten)1965年提出“子博弈完美纳什均衡”；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塞尔腾(Selten)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1975年提出“颤抖手均衡”；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海萨尼(Harsanyi)1967-1968三篇构造不完全信息博弈理论的系列论文，“贝叶斯纳什均衡”；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海萨尼1973年提出关于“混合策略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的不完全信息解释，以及“严格纳什均衡”；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70年代“进化博弈论”的重要发展，(John Maynard Smith)1972年引进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进化稳定策略”等；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“共同知识”的重要性，因为奥曼1976年的文章引起广泛的重视。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79425" y="764540"/>
            <a:ext cx="1102233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文本框 6"/>
          <p:cNvSpPr txBox="1"/>
          <p:nvPr>
            <p:custDataLst>
              <p:tags r:id="rId4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</a:t>
            </a:r>
            <a:r>
              <a:rPr lang="zh-CN" sz="3200" dirty="0">
                <a:solidFill>
                  <a:schemeClr val="accent1"/>
                </a:solidFill>
                <a:sym typeface="+mn-ea"/>
              </a:rPr>
              <a:t>成熟</a:t>
            </a:r>
            <a:endParaRPr lang="zh-CN" sz="280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67080" y="1124585"/>
            <a:ext cx="10449560" cy="32188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1981 Elon Kohlberg引进“顺推归纳法”；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1982年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克瑞泼斯(David M.kreps)和威尔孙(Robert Wilson)提出“序列均衡”；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1982年斯密(John Maynard Smith)出版了《进化和博弈论》；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1984年伯恩海姆(B.D.Bernheim)和皮尔斯(D.G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Pearce)提出“可理性化性”；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海萨尼和塞尔腾1988年提出了在非合作和合作博弈中均衡选择的一般理论和标准；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991年弗得伯格(D.Fudenberg)和泰勒尔(J.Tirole)首先提出了“完美贝叶斯均衡”的概念；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博弈论的</a:t>
            </a:r>
            <a:r>
              <a:rPr lang="zh-CN" sz="3200" dirty="0">
                <a:solidFill>
                  <a:schemeClr val="accent1"/>
                </a:solidFill>
                <a:sym typeface="+mn-ea"/>
              </a:rPr>
              <a:t>成熟：</a:t>
            </a:r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理论发展与应用繁茂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79425" y="764540"/>
            <a:ext cx="1102233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实验博弈论(真人实验和电脑模拟，物理学与经济学中“实验”一词的含义是不一样的)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博弈论帝国大厦的崛起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产业组织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制度演化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国际贸易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贸易公平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收入分配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拍卖竞价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宏观政策与对策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子女教育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公共资源分担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军备竞赛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生物进化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社会变迁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博弈论与经济学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3796" name="Rectangle 3"/>
          <p:cNvSpPr>
            <a:spLocks noGrp="1"/>
          </p:cNvSpPr>
          <p:nvPr/>
        </p:nvSpPr>
        <p:spPr>
          <a:xfrm>
            <a:off x="839470" y="1124585"/>
            <a:ext cx="9393555" cy="426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n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博弈论不是经济学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None/>
            </a:pP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博弈论是一种方法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——“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数学的一个分支”</a:t>
            </a:r>
            <a:endParaRPr lang="zh-CN" altLang="en-US" sz="24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Nash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1951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）的博弈论奠基之作“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Non-cooperative Games”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发表于数学杂志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Shapley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1953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）关于合作博弈的重要文章“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Value for N-person Games”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本身也是数学手稿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政治、军事、外交、司法、体育等诸多领域都广泛涉及博弈论的内容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">
        <p15:prstTrans prst="fracture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796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6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6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8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6">
                                            <p:txEl>
                                              <p:charRg st="8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6">
                                            <p:txEl>
                                              <p:charRg st="8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14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6">
                                            <p:txEl>
                                              <p:charRg st="14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6">
                                            <p:txEl>
                                              <p:charRg st="14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博弈论与经济学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4819" name="Rectangle 3"/>
          <p:cNvSpPr>
            <a:spLocks noGrp="1"/>
          </p:cNvSpPr>
          <p:nvPr/>
        </p:nvSpPr>
        <p:spPr>
          <a:xfrm>
            <a:off x="839470" y="1196975"/>
            <a:ext cx="9473565" cy="426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n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博弈论与经济学关系最为紧密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博弈论在经济学中应用最广泛、最成功；博弈论的许多成果都是借助经济学的案例发展而来的。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经济学家对博弈论的贡献巨大，特别是在动态分析和不完全信息引入博弈论之后。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经济学和博弈论的研究模式基本相同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二者均强调个人理性，追求既定约束条件下的效用最大化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">
        <p15:prstTrans prst="fracture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1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charRg st="1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4819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博弈论与经济学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5843" name="Rectangle 3"/>
          <p:cNvSpPr>
            <a:spLocks noGrp="1"/>
          </p:cNvSpPr>
          <p:nvPr/>
        </p:nvSpPr>
        <p:spPr>
          <a:xfrm>
            <a:off x="982980" y="1052830"/>
            <a:ext cx="9406255" cy="426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经济学中广泛应用博弈论的意义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经济学研究对象日益转向个体，放弃了一些没有微观基础的假定，从个人效用函数及约束条件开始推导行为和均衡，更贴近现实。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经济学越来越重视对人与人之间关系的研究，特别是人与人之间行为的互相影响、利益冲突与一致、竞争与合作等。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经济学越来越重视对信息的研究，特别是信息不对称对个人选择及制度安排的影响。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en-US" sz="2800" dirty="0"/>
              <a:t>  </a:t>
            </a:r>
            <a:endParaRPr lang="zh-CN" altLang="en-US" sz="2800" dirty="0">
              <a:ea typeface="楷体_GB2312" pitchFamily="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">
        <p15:prstTrans prst="fracture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5843">
                                            <p:txEl>
                                              <p:charRg st="18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584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66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5843">
                                            <p:txEl>
                                              <p:charRg st="166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博弈论与经济学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866" name="Rectangle 3"/>
          <p:cNvSpPr>
            <a:spLocks noGrp="1" noChangeArrowheads="1"/>
          </p:cNvSpPr>
          <p:nvPr/>
        </p:nvSpPr>
        <p:spPr>
          <a:xfrm>
            <a:off x="982980" y="1196975"/>
            <a:ext cx="10332720" cy="426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博弈论与产业经济学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产业组织理论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主要进行产业组织的企业行为分析 </a:t>
            </a:r>
            <a:endParaRPr kumimoji="0" lang="en-US" altLang="zh-CN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——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寡头竞争 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研发、兼并、广告、价格等行为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[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法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泰勒尔：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产业组织理论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，中国人民大学出版社，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1997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年版。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新产业组织理论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">
        <p15:prstTrans prst="fracture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1994：非合作博弈：纳什(Nash)、海萨尼(Harsanyi)、塞尔腾(Selten)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1996：不对称信息激励理论：莫里斯(Mirrlees)和维克瑞(Vickrey)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2001：不完全信息博弈理论和信息经济学：阿克罗夫(Akerlof)(商品市扬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、斯潘塞(Spence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(教育市场)、斯蒂格里兹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Stiglitze)(保险市场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2002：实验博弈论：史密斯(Smith)和卡尼曼(Kahneman)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2005：冲突与合作：罗伯特一奥曼(Robert J.Aumann)和托马斯·谢林(Thomas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C.Schelling)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2007：机制设计理论：里奥尼德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赫维克兹（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eonid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Hurwicz)、埃克里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马斯金(Eric S.Maskin)和罗杰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梅尔森(Roger B.Myerson)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2012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：稳定匹配理论和市场设计实践：埃尔文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罗斯（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Alvin E. Roth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）和罗伊德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沙普利（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Lloyd S. Shapley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2020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：用于改进拍卖理论和新拍卖形式：保罗•米尔格罗姆（Paul Milgrom）和罗伯特•威尔逊（Robert Wilson）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5003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1994：纳什(Nash)、海萨尼(Harsanyi)、塞尔腾(Selten)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" y="1717675"/>
            <a:ext cx="2482850" cy="3422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775" y="1717675"/>
            <a:ext cx="2545080" cy="34347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180" y="1738630"/>
            <a:ext cx="2492375" cy="3402330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2000" y="5733415"/>
            <a:ext cx="11229340" cy="5003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非合作博弈的均衡分析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5927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1996：莫里斯(Mirrlees)和维克瑞(Vickrey)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695" y="1646555"/>
            <a:ext cx="2593975" cy="36252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755" y="1628775"/>
            <a:ext cx="2693035" cy="3642995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5325" y="5805170"/>
            <a:ext cx="11229340" cy="7010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不对称条件下的信息激励理论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10350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2001：乔治·阿克尔洛夫(Akerlof)(商品市扬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、迈克尔·斯宾塞(Spence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(教育市场)、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约瑟夫·斯蒂格利茨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Stiglitze)(保险市场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33400" y="5445125"/>
            <a:ext cx="11229340" cy="10350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不完全信息博弈理论和信息经济学：对充满不对称信息市场进行分析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80" y="2420620"/>
            <a:ext cx="3508375" cy="21691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775" y="2382520"/>
            <a:ext cx="3281045" cy="22072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7980" y="2379345"/>
            <a:ext cx="3561080" cy="221043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8305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2002：史密斯(Smith)和卡尼曼(Kahneman)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62000" y="5516880"/>
            <a:ext cx="11229340" cy="8305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实验博弈论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5640" y="1700530"/>
            <a:ext cx="2514600" cy="3149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655" y="1708150"/>
            <a:ext cx="2256155" cy="31559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0572750" cy="7791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2005：冲突与合作：罗伯特一奥曼(Robert J.Aumann)和托马斯·谢林(Thomas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C.Schelling)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95325" y="5570855"/>
            <a:ext cx="10572750" cy="7791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通过博弈论分析加强了我们对的冲突与合作的理解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5640" y="1686560"/>
            <a:ext cx="2488565" cy="36741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6045" y="1699895"/>
            <a:ext cx="2718435" cy="363347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974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2007：里奥尼德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赫维克兹（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eonid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Hurwicz)、埃克里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马斯金(Eric S.Maskin)和罗杰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梅尔森(Roger B.Myerson)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95325" y="5300980"/>
            <a:ext cx="11229340" cy="974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发展机制设计理论：有助于经济学家、各国政府和企业识别在哪些情况下市场机制有效，哪些情况下市场机制无效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。确定最佳和最有效的资源分配方式。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125" y="2227580"/>
            <a:ext cx="2831465" cy="24034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3420" y="2227580"/>
            <a:ext cx="3138805" cy="23679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2202815"/>
            <a:ext cx="2383790" cy="239268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933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2012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：埃尔文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罗斯（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Alvin E. Roth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）和罗伊德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沙普利（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Lloyd S. Shapley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605" y="1770380"/>
            <a:ext cx="3616325" cy="2745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0" y="1770380"/>
            <a:ext cx="2505075" cy="274574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33400" y="5219700"/>
            <a:ext cx="11229340" cy="933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稳定匹配理论和市场设计实践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博弈论和诺贝尔经济学奖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836930"/>
            <a:ext cx="11229340" cy="8832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2020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：保罗•米尔格罗姆（Paul Milgrom）和罗伯特•威尔逊（Robert Wilson）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05" y="1844675"/>
            <a:ext cx="3012440" cy="35217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800" y="1840230"/>
            <a:ext cx="3085465" cy="3526155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5325" y="5661025"/>
            <a:ext cx="11229340" cy="8832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用于改进拍卖理论和新拍卖形式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博弈论与其他学科</a:t>
            </a:r>
            <a:endParaRPr lang="zh-CN" altLang="en-US" sz="28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866" name="Rectangle 3"/>
          <p:cNvSpPr>
            <a:spLocks noGrp="1" noChangeArrowheads="1"/>
          </p:cNvSpPr>
          <p:nvPr/>
        </p:nvSpPr>
        <p:spPr>
          <a:xfrm>
            <a:off x="982980" y="1196975"/>
            <a:ext cx="10332720" cy="426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博弈论与</a:t>
            </a:r>
            <a:r>
              <a:rPr kumimoji="0" lang="zh-CN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网络安全</a:t>
            </a: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攻防博弈建模 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安全资源优化分配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隐私保护与信息隐藏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激励机制与协作防御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网络安全风险管理</a:t>
            </a:r>
            <a:endParaRPr kumimoji="0" lang="zh-CN" alt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">
        <p15:prstTrans prst="fracture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博弈论在我国的应用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9470" y="908685"/>
            <a:ext cx="9763125" cy="2193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企业经营者的决策思路和工具。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政府的政策和管理思路，与个人、企业和地方博弈的意识。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just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社会经济问题的理论分析工具，解释经济中许多低效率现象的根源，找出各种经济问题的制度性、环境性原因，揭示各种经济行为和政策的效率意义等。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如何研究博弈论——理论与模型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6"/>
          <p:cNvSpPr txBox="1"/>
          <p:nvPr>
            <p:custDataLst>
              <p:tags r:id="rId3"/>
            </p:custDataLst>
          </p:nvPr>
        </p:nvSpPr>
        <p:spPr>
          <a:xfrm>
            <a:off x="622935" y="762000"/>
            <a:ext cx="10752455" cy="51936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发展理论的目的——为了解释和预测，用熟悉的东西类比不熟悉的东西（比喻或隐喻）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理论的合理性——比没有此理论预测得更准确、而且还简捷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为了简捷(奥卡姆剃刀原则)，经济学(其实其他学科也一样)理论需要模型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文字的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数理的(图形的)——数学是一种具有极强推理性的语言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经济问题预测的局限性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问题的复杂性(与天文学相比)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08000" lvl="1" indent="-22225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资料的经济性(与物理学相比)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/>
          <p:nvPr>
            <p:custDataLst>
              <p:tags r:id="rId1"/>
            </p:custDataLst>
          </p:nvPr>
        </p:nvSpPr>
        <p:spPr>
          <a:xfrm>
            <a:off x="762006" y="152402"/>
            <a:ext cx="10972888" cy="76200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/>
                </a:solidFill>
                <a:sym typeface="+mn-ea"/>
              </a:rPr>
              <a:t>博弈论模型</a:t>
            </a:r>
            <a:endParaRPr lang="zh-CN" altLang="en-US" sz="3200" dirty="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533404" y="304800"/>
            <a:ext cx="0" cy="45720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6"/>
          <p:cNvSpPr txBox="1"/>
          <p:nvPr>
            <p:custDataLst>
              <p:tags r:id="rId3"/>
            </p:custDataLst>
          </p:nvPr>
        </p:nvSpPr>
        <p:spPr>
          <a:xfrm>
            <a:off x="695325" y="1412875"/>
            <a:ext cx="11038840" cy="42291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古希腊柏拉图推理型知识织编体系(有别于巴比伦思想体系——片断式研究，便于证伪)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模型是现实的简化，便于学习和推理的需要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不简化的模型是没有用的(因为使用成本太高)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All models are wrong,  but some are useful（从是否能完全证伪的角度看，所有模型，包括你们中学学过的物理模型都有荒谬性，实验结果难以100%重复。这里涉及到理论的合理性问题）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没有万能的模型(不同时空尺度) ，总是用来说明某些问题，而非所有问题。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每人有不同简化方案，有不同理论</a:t>
            </a:r>
            <a:endParaRPr lang="zh-CN" altLang="en-US" sz="22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1" descr="f01494d1831cca2c2d8b5f9021c13a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9615"/>
          <a:stretch>
            <a:fillRect/>
          </a:stretch>
        </p:blipFill>
        <p:spPr>
          <a:xfrm>
            <a:off x="11136630" y="44450"/>
            <a:ext cx="1072515" cy="8794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1039" y="1988957"/>
            <a:ext cx="9144000" cy="1896745"/>
          </a:xfrm>
        </p:spPr>
        <p:txBody>
          <a:bodyPr/>
          <a:p>
            <a:pPr algn="ctr"/>
            <a:r>
              <a:rPr lang="en-US" altLang="zh-CN" sz="9600"/>
              <a:t>THANKS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a6717cd7-7008-41fd-b3ef-64e00ffd76e3}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a777a2-dabe-4219-814d-b4072077428a}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1168_1*b*1"/>
  <p:tag name="KSO_WM_TEMPLATE_CATEGORY" val="diagram"/>
  <p:tag name="KSO_WM_TEMPLATE_INDEX" val="20221168"/>
  <p:tag name="KSO_WM_UNIT_LAYERLEVEL" val="1"/>
  <p:tag name="KSO_WM_TAG_VERSION" val="1.0"/>
  <p:tag name="KSO_WM_BEAUTIFY_FLAG" val="#wm#"/>
  <p:tag name="KSO_WM_UNIT_DEFAULT_FONT" val="20;24;2"/>
  <p:tag name="KSO_WM_UNIT_BLOCK" val="0"/>
  <p:tag name="KSO_WM_UNIT_SM_LIMIT_TYPE" val="2"/>
  <p:tag name="KSO_WM_UNIT_DEC_AREA_ID" val="204cf403550748f2b1b12b510f35b0c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5"/>
  <p:tag name="KSO_WM_UNIT_TEXT_FILL_TYPE" val="1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1168_1*a*1"/>
  <p:tag name="KSO_WM_TEMPLATE_CATEGORY" val="diagram"/>
  <p:tag name="KSO_WM_TEMPLATE_INDEX" val="20221168"/>
  <p:tag name="KSO_WM_UNIT_LAYERLEVEL" val="1"/>
  <p:tag name="KSO_WM_TAG_VERSION" val="1.0"/>
  <p:tag name="KSO_WM_BEAUTIFY_FLAG" val="#wm#"/>
  <p:tag name="KSO_WM_UNIT_DEFAULT_FONT" val="66;96;2"/>
  <p:tag name="KSO_WM_UNIT_BLOCK" val="0"/>
  <p:tag name="KSO_WM_UNIT_SM_LIMIT_TYPE" val="2"/>
  <p:tag name="KSO_WM_UNIT_DEC_AREA_ID" val="f075e2182f8048389128d0f4615d35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31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MASTER_THUMB_INDEX" val="12"/>
  <p:tag name="KSO_WM_TEMPLATE_THUMBS_INDEX" val="1、4、7、8、10、11、12、13、15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3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135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3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</p:tagLst>
</file>

<file path=ppt/tags/tag1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</p:tagLst>
</file>

<file path=ppt/tags/tag1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4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4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44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4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</p:tagLst>
</file>

<file path=ppt/tags/tag148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5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15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5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156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5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160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6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164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6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168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7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</p:tagLst>
</file>

<file path=ppt/tags/tag17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</p:tagLst>
</file>

<file path=ppt/tags/tag17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7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7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7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17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6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199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6T16:32:09&quot;,&quot;maxSize&quot;:{&quot;size1&quot;:22.2},&quot;minSize&quot;:{&quot;size1&quot;:13.5},&quot;normalSize&quot;:{&quot;size1&quot;:19.333333333333332},&quot;subLayout&quot;:[{&quot;id&quot;:&quot;2022-08-16T16:32:09&quot;,&quot;margin&quot;:{&quot;bottom&quot;:0.026000002399086952,&quot;left&quot;:2.117000102996826,&quot;right&quot;:1.2699999809265137,&quot;top&quot;:0.4230000078678131},&quot;type&quot;:0},{&quot;id&quot;:&quot;2022-08-16T16:32:09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0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6T16:32:09&quot;,&quot;maxSize&quot;:{&quot;size1&quot;:22.2},&quot;minSize&quot;:{&quot;size1&quot;:13.5},&quot;normalSize&quot;:{&quot;size1&quot;:19.333333333333332},&quot;subLayout&quot;:[{&quot;id&quot;:&quot;2022-08-16T16:32:09&quot;,&quot;margin&quot;:{&quot;bottom&quot;:0.026000002399086952,&quot;left&quot;:2.117000102996826,&quot;right&quot;:1.2699999809265137,&quot;top&quot;:0.4230000078678131},&quot;type&quot;:0},{&quot;id&quot;:&quot;2022-08-16T16:32:09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05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6T16:32:09&quot;,&quot;maxSize&quot;:{&quot;size1&quot;:22.2},&quot;minSize&quot;:{&quot;size1&quot;:13.5},&quot;normalSize&quot;:{&quot;size1&quot;:19.333333333333332},&quot;subLayout&quot;:[{&quot;id&quot;:&quot;2022-08-16T16:32:09&quot;,&quot;margin&quot;:{&quot;bottom&quot;:0.026000002399086952,&quot;left&quot;:2.117000102996826,&quot;right&quot;:1.2699999809265137,&quot;top&quot;:0.4230000078678131},&quot;type&quot;:0},{&quot;id&quot;:&quot;2022-08-16T16:32:09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08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6T16:32:09&quot;,&quot;maxSize&quot;:{&quot;size1&quot;:22.2},&quot;minSize&quot;:{&quot;size1&quot;:13.5},&quot;normalSize&quot;:{&quot;size1&quot;:19.333333333333332},&quot;subLayout&quot;:[{&quot;id&quot;:&quot;2022-08-16T16:32:09&quot;,&quot;margin&quot;:{&quot;bottom&quot;:0.026000002399086952,&quot;left&quot;:2.117000102996826,&quot;right&quot;:1.2699999809265137,&quot;top&quot;:0.4230000078678131},&quot;type&quot;:0},{&quot;id&quot;:&quot;2022-08-16T16:32:09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2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55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6T16:32:09&quot;,&quot;maxSize&quot;:{&quot;size1&quot;:22.2},&quot;minSize&quot;:{&quot;size1&quot;:13.5},&quot;normalSize&quot;:{&quot;size1&quot;:19.333333333333332},&quot;subLayout&quot;:[{&quot;id&quot;:&quot;2022-08-16T16:32:09&quot;,&quot;margin&quot;:{&quot;bottom&quot;:0.026000002399086952,&quot;left&quot;:2.117000102996826,&quot;right&quot;:1.2699999809265137,&quot;top&quot;:0.4230000078678131},&quot;type&quot;:0},{&quot;id&quot;:&quot;2022-08-16T16:32:09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9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6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263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4&quot;,&quot;maxSize&quot;:{&quot;size1&quot;:22.2},&quot;minSize&quot;:{&quot;size1&quot;:13.5},&quot;normalSize&quot;:{&quot;size1&quot;:13.5},&quot;subLayout&quot;:[{&quot;id&quot;:&quot;2022-08-10T12:46:34&quot;,&quot;margin&quot;:{&quot;bottom&quot;:0.026000002399086952,&quot;left&quot;:2.117000102996826,&quot;right&quot;:1.2699999809265137,&quot;top&quot;:0.4230000078678131},&quot;type&quot;:0},{&quot;id&quot;:&quot;2022-08-10T12:46:34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26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</p:tagLst>
</file>

<file path=ppt/tags/tag26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08-10T12:46:35&quot;,&quot;maxSize&quot;:{&quot;size1&quot;:22.2},&quot;minSize&quot;:{&quot;size1&quot;:13.5},&quot;normalSize&quot;:{&quot;size1&quot;:13.5},&quot;subLayout&quot;:[{&quot;id&quot;:&quot;2022-08-10T12:46:35&quot;,&quot;margin&quot;:{&quot;bottom&quot;:0.026000002399086952,&quot;left&quot;:2.117000102996826,&quot;right&quot;:1.2699999809265137,&quot;top&quot;:0.4230000078678131},&quot;type&quot;:0},{&quot;id&quot;:&quot;2022-08-10T12:46:35&quot;,&quot;margin&quot;:{&quot;bottom&quot;:0.847000002861023,&quot;left&quot;:1.2790000438690186,&quot;right&quot;:1.2610000371932983,&quot;top&quot;:0.3970000147819519},&quot;type&quot;:0}],&quot;type&quot;:0}"/>
  <p:tag name="KSO_WM_SLIDE_RATIO" val="1.777778"/>
  <p:tag name="KSO_WM_SLIDE_BACKGROUND" val="[&quot;general&quot;]"/>
</p:tagLst>
</file>

<file path=ppt/tags/tag268.xml><?xml version="1.0" encoding="utf-8"?>
<p:tagLst xmlns:p="http://schemas.openxmlformats.org/presentationml/2006/main">
  <p:tag name="KSO_WM_BEAUTIFY_FLAG" val="#wm#"/>
  <p:tag name="KSO_WM_TEMPLATE_CATEGORY" val="diagram"/>
  <p:tag name="KSO_WM_TEMPLATE_INDEX" val="20220059"/>
</p:tagLst>
</file>

<file path=ppt/tags/tag269.xml><?xml version="1.0" encoding="utf-8"?>
<p:tagLst xmlns:p="http://schemas.openxmlformats.org/presentationml/2006/main">
  <p:tag name="COMMONDATA" val="eyJoZGlkIjoiYzgwYTliZDBhMzdlY2M5ZjlmY2FkNGNmZmJjMzljZWMifQ=="/>
  <p:tag name="KSO_WPP_MARK_KEY" val="aa5e057a-112f-40fd-a1e0-a1c8ebd4aa1f"/>
  <p:tag name="commondata" val="eyJoZGlkIjoiZTJkYzVmOWY0NzgwODMzY2FkNTVkNTU3YmRlMTI0NzUifQ=="/>
</p:tagLst>
</file>

<file path=ppt/theme/theme1.xml><?xml version="1.0" encoding="utf-8"?>
<a:theme xmlns:a="http://schemas.openxmlformats.org/drawingml/2006/main" name="柏林">
  <a:themeElements>
    <a:clrScheme name="自定义 2">
      <a:dk1>
        <a:srgbClr val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博弈论</Template>
  <TotalTime>0</TotalTime>
  <Words>5045</Words>
  <Application>WPS 演示</Application>
  <PresentationFormat>宽屏</PresentationFormat>
  <Paragraphs>335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5" baseType="lpstr">
      <vt:lpstr>Arial</vt:lpstr>
      <vt:lpstr>宋体</vt:lpstr>
      <vt:lpstr>Wingdings</vt:lpstr>
      <vt:lpstr>隶书</vt:lpstr>
      <vt:lpstr>华文彩云</vt:lpstr>
      <vt:lpstr>Wide Latin</vt:lpstr>
      <vt:lpstr>微软雅黑</vt:lpstr>
      <vt:lpstr>华文新魏</vt:lpstr>
      <vt:lpstr>华文行楷</vt:lpstr>
      <vt:lpstr>YouSheBiaoTiHei</vt:lpstr>
      <vt:lpstr>Segoe Print</vt:lpstr>
      <vt:lpstr>华文中宋</vt:lpstr>
      <vt:lpstr>Wingdings</vt:lpstr>
      <vt:lpstr>Segoe UI</vt:lpstr>
      <vt:lpstr>Arial Unicode MS</vt:lpstr>
      <vt:lpstr>等线</vt:lpstr>
      <vt:lpstr>Verdana</vt:lpstr>
      <vt:lpstr>楷体_GB2312</vt:lpstr>
      <vt:lpstr>新宋体</vt:lpstr>
      <vt:lpstr>Times New Roman</vt:lpstr>
      <vt:lpstr>柏林</vt:lpstr>
      <vt:lpstr>1_Office 主题​​</vt:lpstr>
      <vt:lpstr>PowerPoint 演示文稿</vt:lpstr>
      <vt:lpstr>第二讲：博弈论的前世今生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博弈论</dc:title>
  <dc:creator>anning</dc:creator>
  <cp:lastModifiedBy>夢晨</cp:lastModifiedBy>
  <cp:revision>133</cp:revision>
  <dcterms:created xsi:type="dcterms:W3CDTF">2017-06-10T23:46:00Z</dcterms:created>
  <dcterms:modified xsi:type="dcterms:W3CDTF">2025-09-19T03:24:27Z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EB8DB4575A8E4AED908F48A2A91FB803</vt:lpwstr>
  </property>
  <property fmtid="{D5CDD505-2E9C-101B-9397-08002B2CF9AE}" pid="3" name="KSOProductBuildVer">
    <vt:lpwstr>2052-12.1.0.22529</vt:lpwstr>
  </property>
</Properties>
</file>